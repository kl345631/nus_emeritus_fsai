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9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0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4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8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9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93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4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05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0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6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9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F3FA1-9A3B-4E65-8BD0-53C875E0CDD5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24801-31F7-47D5-A3ED-63C84A222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2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Machine Learning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Machine Learning enables a system to learn from experience and improve decisions automatically.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7164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1678" y="189331"/>
            <a:ext cx="114127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You watch </a:t>
            </a:r>
            <a:r>
              <a:rPr lang="en-US" b="1" dirty="0" smtClean="0"/>
              <a:t>3 cooking videos</a:t>
            </a:r>
            <a:r>
              <a:rPr lang="en-US" dirty="0" smtClean="0"/>
              <a:t> on YouTube.</a:t>
            </a:r>
            <a:br>
              <a:rPr lang="en-US" dirty="0" smtClean="0"/>
            </a:br>
            <a:r>
              <a:rPr lang="en-US" dirty="0" smtClean="0"/>
              <a:t>Next day, your home page is </a:t>
            </a:r>
            <a:r>
              <a:rPr lang="en-US" b="1" dirty="0" smtClean="0"/>
              <a:t>full of cooking videos</a:t>
            </a:r>
            <a:r>
              <a:rPr lang="en-US" dirty="0" smtClean="0"/>
              <a:t> without you searching.</a:t>
            </a:r>
          </a:p>
          <a:p>
            <a:r>
              <a:rPr lang="en-US" b="1" i="1" dirty="0" smtClean="0"/>
              <a:t>System learned your interest.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90" y="1238128"/>
            <a:ext cx="10833373" cy="542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7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Supervised Learning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Learning using data where correct answers are already known.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3192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1678" y="189331"/>
            <a:ext cx="114127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teacher gives </a:t>
            </a:r>
            <a:r>
              <a:rPr lang="en-US" b="1" dirty="0" smtClean="0"/>
              <a:t>question + answer sheet</a:t>
            </a:r>
            <a:r>
              <a:rPr lang="en-US" dirty="0" smtClean="0"/>
              <a:t> to students.</a:t>
            </a:r>
            <a:br>
              <a:rPr lang="en-US" dirty="0" smtClean="0"/>
            </a:br>
            <a:r>
              <a:rPr lang="en-US" dirty="0" smtClean="0"/>
              <a:t>Students learn how to solve similar questions in the exam.</a:t>
            </a:r>
          </a:p>
          <a:p>
            <a:r>
              <a:rPr lang="en-US" b="1" i="1" dirty="0" smtClean="0"/>
              <a:t>Model learns from labeled data.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91" y="1112661"/>
            <a:ext cx="10959120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5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Unsupervised Learning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Finding hidden patterns when no answers are given.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4601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1360" y="2159533"/>
            <a:ext cx="480452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 shop owner has </a:t>
            </a:r>
            <a:r>
              <a:rPr lang="en-US" sz="2400" b="1" dirty="0" smtClean="0"/>
              <a:t>100 customers</a:t>
            </a:r>
            <a:r>
              <a:rPr lang="en-US" sz="2400" dirty="0" smtClean="0"/>
              <a:t> but no labels.</a:t>
            </a:r>
            <a:br>
              <a:rPr lang="en-US" sz="2400" dirty="0" smtClean="0"/>
            </a:br>
            <a:r>
              <a:rPr lang="en-US" sz="2400" dirty="0" smtClean="0"/>
              <a:t>System automatically groups them as: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frequent buyers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occasional buyers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one-time buyers</a:t>
            </a:r>
          </a:p>
          <a:p>
            <a:r>
              <a:rPr lang="en-US" sz="2400" b="1" i="1" dirty="0" smtClean="0"/>
              <a:t>Model finds patterns on its own.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01" y="699507"/>
            <a:ext cx="4391638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78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Reinforcement Learning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Learning by taking actions and receiving rewards or penalties.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67359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1678" y="189331"/>
            <a:ext cx="431433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child learns cycling:</a:t>
            </a:r>
          </a:p>
          <a:p>
            <a:r>
              <a:rPr lang="en-US" dirty="0" smtClean="0"/>
              <a:t>falls → pain ❌</a:t>
            </a:r>
          </a:p>
          <a:p>
            <a:r>
              <a:rPr lang="en-US" dirty="0" smtClean="0"/>
              <a:t>balances → praise 🎉</a:t>
            </a:r>
          </a:p>
          <a:p>
            <a:r>
              <a:rPr lang="en-US" dirty="0" smtClean="0"/>
              <a:t>After many tries, child rides perfectly.</a:t>
            </a:r>
          </a:p>
          <a:p>
            <a:r>
              <a:rPr lang="en-US" b="1" i="1" dirty="0" smtClean="0"/>
              <a:t>Learning by reward and punishment</a:t>
            </a:r>
            <a:r>
              <a:rPr lang="en-US" i="1" dirty="0" smtClean="0"/>
              <a:t>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68" t="902"/>
          <a:stretch/>
        </p:blipFill>
        <p:spPr>
          <a:xfrm>
            <a:off x="386498" y="2450969"/>
            <a:ext cx="5752211" cy="28846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946" y="2356700"/>
            <a:ext cx="5627802" cy="389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87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165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Machine Learning</vt:lpstr>
      <vt:lpstr>PowerPoint Presentation</vt:lpstr>
      <vt:lpstr>Supervised Learning</vt:lpstr>
      <vt:lpstr>PowerPoint Presentation</vt:lpstr>
      <vt:lpstr>Unsupervised Learning</vt:lpstr>
      <vt:lpstr>PowerPoint Presentation</vt:lpstr>
      <vt:lpstr>Reinforcement Learning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Shivangi Goyal</dc:creator>
  <cp:lastModifiedBy>Shivangi Goyal</cp:lastModifiedBy>
  <cp:revision>2</cp:revision>
  <dcterms:created xsi:type="dcterms:W3CDTF">2026-01-16T17:25:36Z</dcterms:created>
  <dcterms:modified xsi:type="dcterms:W3CDTF">2026-01-16T17:31:52Z</dcterms:modified>
</cp:coreProperties>
</file>