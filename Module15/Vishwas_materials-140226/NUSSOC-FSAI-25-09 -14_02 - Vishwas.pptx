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4" roundtripDataSignature="AMtx7mgx+nxcOAORWgKOD3BaZvDBuLNN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3423F0-C531-4ABC-A8E4-D0603B28CFAF}">
  <a:tblStyle styleId="{6A3423F0-C531-4ABC-A8E4-D0603B28CFAF}"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3" name="Google Shape;17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7c4aa98ce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7c4aa98ce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0" name="Google Shape;180;g37c4aa98ce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97e205f280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97e205f280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8" name="Google Shape;188;g397e205f280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9cfe262b6d_0_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39cfe262b6d_0_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96" name="Google Shape;196;g39cfe262b6d_0_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9cfe262b6d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g39cfe262b6d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04" name="Google Shape;204;g39cfe262b6d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d10fa0b18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g39d10fa0b18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12" name="Google Shape;212;g39d10fa0b18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9d10fa0b18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39d10fa0b18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20" name="Google Shape;220;g39d10fa0b18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d10fa0b18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g39d10fa0b18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28" name="Google Shape;228;g39d10fa0b18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9d10fa0b18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39d10fa0b18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36" name="Google Shape;236;g39d10fa0b18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9d10fa0b18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39d10fa0b18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44" name="Google Shape;244;g39d10fa0b18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9d10fa0b18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9d10fa0b18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52" name="Google Shape;252;g39d10fa0b18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9cfe262b6d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g39cfe262b6d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60" name="Google Shape;260;g39cfe262b6d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9cfe262b6d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9cfe262b6d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68" name="Google Shape;268;g39cfe262b6d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9cfe262b6d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39cfe262b6d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76" name="Google Shape;276;g39cfe262b6d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9cfe262b6d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39cfe262b6d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85" name="Google Shape;285;g39cfe262b6d_0_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cfe262b6d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9cfe262b6d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94" name="Google Shape;294;g39cfe262b6d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9cfe262b6d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g39cfe262b6d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03" name="Google Shape;303;g39cfe262b6d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9cfe262b6d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39cfe262b6d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13" name="Google Shape;313;g39cfe262b6d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cfe262b6d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9cfe262b6d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22" name="Google Shape;322;g39cfe262b6d_0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9cfe262b6d_0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9cfe262b6d_0_1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31" name="Google Shape;331;g39cfe262b6d_0_1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9cfe262b6d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9cfe262b6d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40" name="Google Shape;340;g39cfe262b6d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9cfe262b6d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g39cfe262b6d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49" name="Google Shape;349;g39cfe262b6d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9ada80894a_0_2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g39ada80894a_0_2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58" name="Google Shape;358;g39ada80894a_0_2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6ecba1dd62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g36ecba1dd62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65" name="Google Shape;365;g36ecba1dd62_0_1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6ecba1dd62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g36ecba1dd62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73" name="Google Shape;373;g36ecba1dd62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I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9" name="Shape 19"/>
        <p:cNvGrpSpPr/>
        <p:nvPr/>
      </p:nvGrpSpPr>
      <p:grpSpPr>
        <a:xfrm>
          <a:off x="0" y="0"/>
          <a:ext cx="0" cy="0"/>
          <a:chOff x="0" y="0"/>
          <a:chExt cx="0" cy="0"/>
        </a:xfrm>
      </p:grpSpPr>
      <p:sp>
        <p:nvSpPr>
          <p:cNvPr id="20" name="Google Shape;20;p37"/>
          <p:cNvSpPr txBox="1"/>
          <p:nvPr>
            <p:ph idx="1" type="body"/>
          </p:nvPr>
        </p:nvSpPr>
        <p:spPr>
          <a:xfrm>
            <a:off x="651528" y="2156459"/>
            <a:ext cx="16994505" cy="507831"/>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rgbClr val="095A9E"/>
              </a:buClr>
              <a:buSzPts val="1400"/>
              <a:buNone/>
              <a:defRPr b="0" i="0" sz="3300">
                <a:solidFill>
                  <a:srgbClr val="095A9E"/>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400"/>
              <a:buNone/>
              <a:defRPr/>
            </a:lvl2pPr>
            <a:lvl3pPr indent="-228600" lvl="2" marL="1371600" algn="l">
              <a:lnSpc>
                <a:spcPct val="100000"/>
              </a:lnSpc>
              <a:spcBef>
                <a:spcPts val="0"/>
              </a:spcBef>
              <a:spcAft>
                <a:spcPts val="0"/>
              </a:spcAft>
              <a:buClr>
                <a:schemeClr val="dk1"/>
              </a:buClr>
              <a:buSzPts val="1400"/>
              <a:buNone/>
              <a:defRPr/>
            </a:lvl3pPr>
            <a:lvl4pPr indent="-228600" lvl="3" marL="1828800" algn="l">
              <a:lnSpc>
                <a:spcPct val="100000"/>
              </a:lnSpc>
              <a:spcBef>
                <a:spcPts val="0"/>
              </a:spcBef>
              <a:spcAft>
                <a:spcPts val="0"/>
              </a:spcAft>
              <a:buClr>
                <a:schemeClr val="dk1"/>
              </a:buClr>
              <a:buSzPts val="1400"/>
              <a:buNone/>
              <a:defRPr/>
            </a:lvl4pPr>
            <a:lvl5pPr indent="-228600" lvl="4" marL="2286000" algn="l">
              <a:lnSpc>
                <a:spcPct val="100000"/>
              </a:lnSpc>
              <a:spcBef>
                <a:spcPts val="0"/>
              </a:spcBef>
              <a:spcAft>
                <a:spcPts val="0"/>
              </a:spcAft>
              <a:buClr>
                <a:schemeClr val="dk1"/>
              </a:buClr>
              <a:buSzPts val="1400"/>
              <a:buNone/>
              <a:defRPr/>
            </a:lvl5pPr>
            <a:lvl6pPr indent="-228600" lvl="5" marL="2743200" algn="l">
              <a:lnSpc>
                <a:spcPct val="100000"/>
              </a:lnSpc>
              <a:spcBef>
                <a:spcPts val="0"/>
              </a:spcBef>
              <a:spcAft>
                <a:spcPts val="0"/>
              </a:spcAft>
              <a:buClr>
                <a:schemeClr val="dk1"/>
              </a:buClr>
              <a:buSzPts val="1400"/>
              <a:buNone/>
              <a:defRPr/>
            </a:lvl6pPr>
            <a:lvl7pPr indent="-228600" lvl="6" marL="3200400" algn="l">
              <a:lnSpc>
                <a:spcPct val="100000"/>
              </a:lnSpc>
              <a:spcBef>
                <a:spcPts val="0"/>
              </a:spcBef>
              <a:spcAft>
                <a:spcPts val="0"/>
              </a:spcAft>
              <a:buClr>
                <a:schemeClr val="dk1"/>
              </a:buClr>
              <a:buSzPts val="1400"/>
              <a:buNone/>
              <a:defRPr/>
            </a:lvl7pPr>
            <a:lvl8pPr indent="-228600" lvl="7" marL="3657600" algn="l">
              <a:lnSpc>
                <a:spcPct val="100000"/>
              </a:lnSpc>
              <a:spcBef>
                <a:spcPts val="0"/>
              </a:spcBef>
              <a:spcAft>
                <a:spcPts val="0"/>
              </a:spcAft>
              <a:buClr>
                <a:schemeClr val="dk1"/>
              </a:buClr>
              <a:buSzPts val="1400"/>
              <a:buNone/>
              <a:defRPr/>
            </a:lvl8pPr>
            <a:lvl9pPr indent="-228600" lvl="8" marL="4114800" algn="l">
              <a:lnSpc>
                <a:spcPct val="100000"/>
              </a:lnSpc>
              <a:spcBef>
                <a:spcPts val="0"/>
              </a:spcBef>
              <a:spcAft>
                <a:spcPts val="0"/>
              </a:spcAft>
              <a:buClr>
                <a:schemeClr val="dk1"/>
              </a:buClr>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4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nA">
  <p:cSld name="QnA">
    <p:spTree>
      <p:nvGrpSpPr>
        <p:cNvPr id="27" name="Shape 27"/>
        <p:cNvGrpSpPr/>
        <p:nvPr/>
      </p:nvGrpSpPr>
      <p:grpSpPr>
        <a:xfrm>
          <a:off x="0" y="0"/>
          <a:ext cx="0" cy="0"/>
          <a:chOff x="0" y="0"/>
          <a:chExt cx="0" cy="0"/>
        </a:xfrm>
      </p:grpSpPr>
      <p:grpSp>
        <p:nvGrpSpPr>
          <p:cNvPr id="28" name="Google Shape;28;p39"/>
          <p:cNvGrpSpPr/>
          <p:nvPr/>
        </p:nvGrpSpPr>
        <p:grpSpPr>
          <a:xfrm>
            <a:off x="-2092343" y="8844329"/>
            <a:ext cx="20380343" cy="1442671"/>
            <a:chOff x="-2092343" y="8821409"/>
            <a:chExt cx="20380343" cy="1442671"/>
          </a:xfrm>
        </p:grpSpPr>
        <p:sp>
          <p:nvSpPr>
            <p:cNvPr id="29" name="Google Shape;29;p39"/>
            <p:cNvSpPr/>
            <p:nvPr/>
          </p:nvSpPr>
          <p:spPr>
            <a:xfrm flipH="1">
              <a:off x="-2092343" y="8821409"/>
              <a:ext cx="20380343" cy="1442671"/>
            </a:xfrm>
            <a:custGeom>
              <a:rect b="b" l="l" r="r" t="t"/>
              <a:pathLst>
                <a:path extrusionOk="0" h="1758362" w="7084595">
                  <a:moveTo>
                    <a:pt x="0" y="0"/>
                  </a:moveTo>
                  <a:lnTo>
                    <a:pt x="7084595" y="0"/>
                  </a:lnTo>
                  <a:lnTo>
                    <a:pt x="6783942" y="1758362"/>
                  </a:lnTo>
                  <a:lnTo>
                    <a:pt x="0" y="1748314"/>
                  </a:lnTo>
                  <a:lnTo>
                    <a:pt x="0" y="0"/>
                  </a:lnTo>
                  <a:close/>
                </a:path>
              </a:pathLst>
            </a:custGeom>
            <a:gradFill>
              <a:gsLst>
                <a:gs pos="0">
                  <a:srgbClr val="FFFFFF">
                    <a:alpha val="80000"/>
                  </a:srgbClr>
                </a:gs>
                <a:gs pos="23000">
                  <a:schemeClr val="lt1"/>
                </a:gs>
                <a:gs pos="78000">
                  <a:srgbClr val="2F6094">
                    <a:alpha val="28627"/>
                  </a:srgbClr>
                </a:gs>
                <a:gs pos="100000">
                  <a:srgbClr val="2F6094">
                    <a:alpha val="28627"/>
                  </a:srgbClr>
                </a:gs>
              </a:gsLst>
              <a:lin ang="0" scaled="0"/>
            </a:gradFill>
            <a:ln>
              <a:noFill/>
            </a:ln>
          </p:spPr>
          <p:txBody>
            <a:bodyPr anchorCtr="0" anchor="ctr" bIns="45700" lIns="91425" spcFirstLastPara="1" rIns="91425" wrap="square" tIns="45700">
              <a:noAutofit/>
            </a:bodyPr>
            <a:lstStyle/>
            <a:p>
              <a:pPr indent="0" lvl="0" marL="442913" marR="0" rtl="0" algn="l">
                <a:lnSpc>
                  <a:spcPct val="90000"/>
                </a:lnSpc>
                <a:spcBef>
                  <a:spcPts val="0"/>
                </a:spcBef>
                <a:spcAft>
                  <a:spcPts val="0"/>
                </a:spcAft>
                <a:buClr>
                  <a:schemeClr val="lt1"/>
                </a:buClr>
                <a:buSzPts val="2800"/>
                <a:buFont typeface="Arial"/>
                <a:buNone/>
              </a:pPr>
              <a:r>
                <a:t/>
              </a:r>
              <a:endParaRPr b="1" i="0" sz="4000" u="none" cap="none" strike="noStrike">
                <a:solidFill>
                  <a:schemeClr val="lt1"/>
                </a:solidFill>
                <a:latin typeface="Arial"/>
                <a:ea typeface="Arial"/>
                <a:cs typeface="Arial"/>
                <a:sym typeface="Arial"/>
              </a:endParaRPr>
            </a:p>
          </p:txBody>
        </p:sp>
        <p:pic>
          <p:nvPicPr>
            <p:cNvPr descr="Graphical user interface, text&#10;&#10;Description automatically generated" id="30" name="Google Shape;30;p39"/>
            <p:cNvPicPr preferRelativeResize="0"/>
            <p:nvPr/>
          </p:nvPicPr>
          <p:blipFill rotWithShape="1">
            <a:blip r:embed="rId2">
              <a:alphaModFix/>
            </a:blip>
            <a:srcRect b="0" l="0" r="0" t="0"/>
            <a:stretch/>
          </p:blipFill>
          <p:spPr>
            <a:xfrm>
              <a:off x="12716932" y="9252703"/>
              <a:ext cx="5167183" cy="905224"/>
            </a:xfrm>
            <a:prstGeom prst="rect">
              <a:avLst/>
            </a:prstGeom>
            <a:noFill/>
            <a:ln>
              <a:noFill/>
            </a:ln>
          </p:spPr>
        </p:pic>
      </p:grpSp>
      <p:pic>
        <p:nvPicPr>
          <p:cNvPr id="31" name="Google Shape;31;p39"/>
          <p:cNvPicPr preferRelativeResize="0"/>
          <p:nvPr/>
        </p:nvPicPr>
        <p:blipFill rotWithShape="1">
          <a:blip r:embed="rId3">
            <a:alphaModFix amt="20000"/>
          </a:blip>
          <a:srcRect b="8356" l="-24565" r="24565" t="8755"/>
          <a:stretch/>
        </p:blipFill>
        <p:spPr>
          <a:xfrm>
            <a:off x="-378661" y="67602"/>
            <a:ext cx="18648671" cy="10305048"/>
          </a:xfrm>
          <a:prstGeom prst="rect">
            <a:avLst/>
          </a:prstGeom>
          <a:noFill/>
          <a:ln>
            <a:noFill/>
          </a:ln>
        </p:spPr>
      </p:pic>
      <p:sp>
        <p:nvSpPr>
          <p:cNvPr id="32" name="Google Shape;32;p39"/>
          <p:cNvSpPr/>
          <p:nvPr/>
        </p:nvSpPr>
        <p:spPr>
          <a:xfrm rot="5400000">
            <a:off x="-1096378" y="1096382"/>
            <a:ext cx="10305047" cy="8112294"/>
          </a:xfrm>
          <a:prstGeom prst="rect">
            <a:avLst/>
          </a:prstGeom>
          <a:gradFill>
            <a:gsLst>
              <a:gs pos="0">
                <a:srgbClr val="F5F7FC">
                  <a:alpha val="0"/>
                </a:srgbClr>
              </a:gs>
              <a:gs pos="100000">
                <a:schemeClr val="lt1"/>
              </a:gs>
            </a:gsLst>
            <a:lin ang="5400000" scaled="0"/>
          </a:gra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2100" u="none" cap="none" strike="noStrike">
              <a:solidFill>
                <a:schemeClr val="lt1"/>
              </a:solidFill>
              <a:latin typeface="Arial"/>
              <a:ea typeface="Arial"/>
              <a:cs typeface="Arial"/>
              <a:sym typeface="Arial"/>
            </a:endParaRPr>
          </a:p>
        </p:txBody>
      </p:sp>
      <p:sp>
        <p:nvSpPr>
          <p:cNvPr id="33" name="Google Shape;33;p39"/>
          <p:cNvSpPr/>
          <p:nvPr/>
        </p:nvSpPr>
        <p:spPr>
          <a:xfrm>
            <a:off x="17990" y="-45009"/>
            <a:ext cx="8783324" cy="10305047"/>
          </a:xfrm>
          <a:custGeom>
            <a:rect b="b" l="l" r="r" t="t"/>
            <a:pathLst>
              <a:path extrusionOk="0" h="6858000" w="5984825">
                <a:moveTo>
                  <a:pt x="0" y="0"/>
                </a:moveTo>
                <a:lnTo>
                  <a:pt x="3908260" y="0"/>
                </a:lnTo>
                <a:lnTo>
                  <a:pt x="3954004" y="43857"/>
                </a:lnTo>
                <a:cubicBezTo>
                  <a:pt x="4947694" y="1087880"/>
                  <a:pt x="5389567" y="2600239"/>
                  <a:pt x="5014507" y="4083579"/>
                </a:cubicBezTo>
                <a:lnTo>
                  <a:pt x="5984825" y="5450885"/>
                </a:lnTo>
                <a:lnTo>
                  <a:pt x="4312839" y="5575393"/>
                </a:lnTo>
                <a:cubicBezTo>
                  <a:pt x="3943258" y="6080551"/>
                  <a:pt x="3482751" y="6483493"/>
                  <a:pt x="2969122" y="6776487"/>
                </a:cubicBezTo>
                <a:lnTo>
                  <a:pt x="2818324" y="6858000"/>
                </a:lnTo>
                <a:lnTo>
                  <a:pt x="0" y="6858000"/>
                </a:lnTo>
                <a:close/>
              </a:path>
            </a:pathLst>
          </a:custGeom>
          <a:solidFill>
            <a:srgbClr val="FFB15B">
              <a:alpha val="80000"/>
            </a:srgbClr>
          </a:solidFill>
          <a:ln>
            <a:noFill/>
          </a:ln>
          <a:effectLst>
            <a:outerShdw blurRad="190500" rotWithShape="0" algn="tl" dir="2700000" dist="38100">
              <a:srgbClr val="003D7C">
                <a:alpha val="20000"/>
              </a:srgbClr>
            </a:outerShdw>
          </a:effectLst>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2100" u="none" cap="none" strike="noStrike">
              <a:solidFill>
                <a:schemeClr val="lt1"/>
              </a:solidFill>
              <a:latin typeface="Arial"/>
              <a:ea typeface="Arial"/>
              <a:cs typeface="Arial"/>
              <a:sym typeface="Arial"/>
            </a:endParaRPr>
          </a:p>
        </p:txBody>
      </p:sp>
      <p:pic>
        <p:nvPicPr>
          <p:cNvPr descr="Logo&#10;&#10;Description automatically generated" id="34" name="Google Shape;34;p39"/>
          <p:cNvPicPr preferRelativeResize="0"/>
          <p:nvPr/>
        </p:nvPicPr>
        <p:blipFill rotWithShape="1">
          <a:blip r:embed="rId4">
            <a:alphaModFix/>
          </a:blip>
          <a:srcRect b="0" l="0" r="0" t="0"/>
          <a:stretch/>
        </p:blipFill>
        <p:spPr>
          <a:xfrm>
            <a:off x="760474" y="3513803"/>
            <a:ext cx="6023099" cy="3259395"/>
          </a:xfrm>
          <a:prstGeom prst="rect">
            <a:avLst/>
          </a:prstGeom>
          <a:noFill/>
          <a:ln>
            <a:noFill/>
          </a:ln>
        </p:spPr>
      </p:pic>
      <p:sp>
        <p:nvSpPr>
          <p:cNvPr id="35" name="Google Shape;35;p39"/>
          <p:cNvSpPr txBox="1"/>
          <p:nvPr>
            <p:ph idx="1" type="body"/>
          </p:nvPr>
        </p:nvSpPr>
        <p:spPr>
          <a:xfrm>
            <a:off x="751315" y="721718"/>
            <a:ext cx="5213550" cy="2228817"/>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600"/>
              <a:buFont typeface="Arial"/>
              <a:buNone/>
              <a:defRPr b="1" i="0" sz="2400" u="none" cap="none" strike="noStrike">
                <a:solidFill>
                  <a:srgbClr val="003D7C"/>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2">
    <p:spTree>
      <p:nvGrpSpPr>
        <p:cNvPr id="36" name="Shape 36"/>
        <p:cNvGrpSpPr/>
        <p:nvPr/>
      </p:nvGrpSpPr>
      <p:grpSpPr>
        <a:xfrm>
          <a:off x="0" y="0"/>
          <a:ext cx="0" cy="0"/>
          <a:chOff x="0" y="0"/>
          <a:chExt cx="0" cy="0"/>
        </a:xfrm>
      </p:grpSpPr>
      <p:sp>
        <p:nvSpPr>
          <p:cNvPr id="37" name="Google Shape;37;p38"/>
          <p:cNvSpPr txBox="1"/>
          <p:nvPr>
            <p:ph type="title"/>
          </p:nvPr>
        </p:nvSpPr>
        <p:spPr>
          <a:xfrm>
            <a:off x="434492" y="1875092"/>
            <a:ext cx="757238" cy="8153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rgbClr val="005FA8"/>
              </a:buClr>
              <a:buSzPts val="1400"/>
              <a:buFont typeface="Arial"/>
              <a:buNone/>
              <a:defRPr b="1" i="0" sz="5100">
                <a:solidFill>
                  <a:srgbClr val="005FA8"/>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8"/>
          <p:cNvSpPr txBox="1"/>
          <p:nvPr>
            <p:ph idx="1" type="body"/>
          </p:nvPr>
        </p:nvSpPr>
        <p:spPr>
          <a:xfrm>
            <a:off x="651528" y="2156459"/>
            <a:ext cx="16994505" cy="507831"/>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rgbClr val="095A9E"/>
              </a:buClr>
              <a:buSzPts val="1400"/>
              <a:buNone/>
              <a:defRPr b="0" i="0" sz="3300">
                <a:solidFill>
                  <a:srgbClr val="095A9E"/>
                </a:solidFill>
                <a:latin typeface="Arial"/>
                <a:ea typeface="Arial"/>
                <a:cs typeface="Arial"/>
                <a:sym typeface="Arial"/>
              </a:defRPr>
            </a:lvl1pPr>
            <a:lvl2pPr indent="-228600" lvl="1" marL="914400" algn="l">
              <a:lnSpc>
                <a:spcPct val="100000"/>
              </a:lnSpc>
              <a:spcBef>
                <a:spcPts val="0"/>
              </a:spcBef>
              <a:spcAft>
                <a:spcPts val="0"/>
              </a:spcAft>
              <a:buClr>
                <a:schemeClr val="dk1"/>
              </a:buClr>
              <a:buSzPts val="1400"/>
              <a:buNone/>
              <a:defRPr/>
            </a:lvl2pPr>
            <a:lvl3pPr indent="-228600" lvl="2" marL="1371600" algn="l">
              <a:lnSpc>
                <a:spcPct val="100000"/>
              </a:lnSpc>
              <a:spcBef>
                <a:spcPts val="0"/>
              </a:spcBef>
              <a:spcAft>
                <a:spcPts val="0"/>
              </a:spcAft>
              <a:buClr>
                <a:schemeClr val="dk1"/>
              </a:buClr>
              <a:buSzPts val="1400"/>
              <a:buNone/>
              <a:defRPr/>
            </a:lvl3pPr>
            <a:lvl4pPr indent="-228600" lvl="3" marL="1828800" algn="l">
              <a:lnSpc>
                <a:spcPct val="100000"/>
              </a:lnSpc>
              <a:spcBef>
                <a:spcPts val="0"/>
              </a:spcBef>
              <a:spcAft>
                <a:spcPts val="0"/>
              </a:spcAft>
              <a:buClr>
                <a:schemeClr val="dk1"/>
              </a:buClr>
              <a:buSzPts val="1400"/>
              <a:buNone/>
              <a:defRPr/>
            </a:lvl4pPr>
            <a:lvl5pPr indent="-228600" lvl="4" marL="2286000" algn="l">
              <a:lnSpc>
                <a:spcPct val="100000"/>
              </a:lnSpc>
              <a:spcBef>
                <a:spcPts val="0"/>
              </a:spcBef>
              <a:spcAft>
                <a:spcPts val="0"/>
              </a:spcAft>
              <a:buClr>
                <a:schemeClr val="dk1"/>
              </a:buClr>
              <a:buSzPts val="1400"/>
              <a:buNone/>
              <a:defRPr/>
            </a:lvl5pPr>
            <a:lvl6pPr indent="-228600" lvl="5" marL="2743200" algn="l">
              <a:lnSpc>
                <a:spcPct val="100000"/>
              </a:lnSpc>
              <a:spcBef>
                <a:spcPts val="0"/>
              </a:spcBef>
              <a:spcAft>
                <a:spcPts val="0"/>
              </a:spcAft>
              <a:buClr>
                <a:schemeClr val="dk1"/>
              </a:buClr>
              <a:buSzPts val="1400"/>
              <a:buNone/>
              <a:defRPr/>
            </a:lvl6pPr>
            <a:lvl7pPr indent="-228600" lvl="6" marL="3200400" algn="l">
              <a:lnSpc>
                <a:spcPct val="100000"/>
              </a:lnSpc>
              <a:spcBef>
                <a:spcPts val="0"/>
              </a:spcBef>
              <a:spcAft>
                <a:spcPts val="0"/>
              </a:spcAft>
              <a:buClr>
                <a:schemeClr val="dk1"/>
              </a:buClr>
              <a:buSzPts val="1400"/>
              <a:buNone/>
              <a:defRPr/>
            </a:lvl7pPr>
            <a:lvl8pPr indent="-228600" lvl="7" marL="3657600" algn="l">
              <a:lnSpc>
                <a:spcPct val="100000"/>
              </a:lnSpc>
              <a:spcBef>
                <a:spcPts val="0"/>
              </a:spcBef>
              <a:spcAft>
                <a:spcPts val="0"/>
              </a:spcAft>
              <a:buClr>
                <a:schemeClr val="dk1"/>
              </a:buClr>
              <a:buSzPts val="1400"/>
              <a:buNone/>
              <a:defRPr/>
            </a:lvl8pPr>
            <a:lvl9pPr indent="-228600" lvl="8" marL="4114800" algn="l">
              <a:lnSpc>
                <a:spcPct val="100000"/>
              </a:lnSpc>
              <a:spcBef>
                <a:spcPts val="0"/>
              </a:spcBef>
              <a:spcAft>
                <a:spcPts val="0"/>
              </a:spcAft>
              <a:buClr>
                <a:schemeClr val="dk1"/>
              </a:buClr>
              <a:buSzPts val="1400"/>
              <a:buNone/>
              <a:defRPr/>
            </a:lvl9pPr>
          </a:lstStyle>
          <a:p/>
        </p:txBody>
      </p:sp>
      <p:sp>
        <p:nvSpPr>
          <p:cNvPr id="39" name="Google Shape;39;p38"/>
          <p:cNvSpPr txBox="1"/>
          <p:nvPr>
            <p:ph idx="11" type="ftr"/>
          </p:nvPr>
        </p:nvSpPr>
        <p:spPr>
          <a:xfrm>
            <a:off x="6217920" y="9566910"/>
            <a:ext cx="5852160" cy="184666"/>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rgbClr val="888888"/>
              </a:buClr>
              <a:buSzPts val="1400"/>
              <a:buFont typeface="Calibri"/>
              <a:buNone/>
              <a:defRPr>
                <a:solidFill>
                  <a:srgbClr val="888888"/>
                </a:solidFill>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0" name="Google Shape;40;p38"/>
          <p:cNvSpPr txBox="1"/>
          <p:nvPr>
            <p:ph idx="10" type="dt"/>
          </p:nvPr>
        </p:nvSpPr>
        <p:spPr>
          <a:xfrm>
            <a:off x="914400" y="9566910"/>
            <a:ext cx="4206240" cy="18466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rgbClr val="888888"/>
              </a:buClr>
              <a:buSzPts val="1400"/>
              <a:buFont typeface="Calibri"/>
              <a:buNone/>
              <a:defRPr>
                <a:solidFill>
                  <a:srgbClr val="888888"/>
                </a:solidFill>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1" name="Google Shape;41;p38"/>
          <p:cNvSpPr txBox="1"/>
          <p:nvPr>
            <p:ph idx="12" type="sldNum"/>
          </p:nvPr>
        </p:nvSpPr>
        <p:spPr>
          <a:xfrm>
            <a:off x="13167360" y="9566910"/>
            <a:ext cx="4206240" cy="184666"/>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sz="27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aculty 4 Slide">
  <p:cSld name="Faculty 4 Slide">
    <p:spTree>
      <p:nvGrpSpPr>
        <p:cNvPr id="42" name="Shape 42"/>
        <p:cNvGrpSpPr/>
        <p:nvPr/>
      </p:nvGrpSpPr>
      <p:grpSpPr>
        <a:xfrm>
          <a:off x="0" y="0"/>
          <a:ext cx="0" cy="0"/>
          <a:chOff x="0" y="0"/>
          <a:chExt cx="0" cy="0"/>
        </a:xfrm>
      </p:grpSpPr>
      <p:sp>
        <p:nvSpPr>
          <p:cNvPr id="43" name="Google Shape;43;p32"/>
          <p:cNvSpPr txBox="1"/>
          <p:nvPr>
            <p:ph type="title"/>
          </p:nvPr>
        </p:nvSpPr>
        <p:spPr>
          <a:xfrm>
            <a:off x="671034" y="448451"/>
            <a:ext cx="16945932" cy="69707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lt1"/>
              </a:buClr>
              <a:buSzPts val="2800"/>
              <a:buFont typeface="Arial"/>
              <a:buNone/>
              <a:defRPr b="1" i="0" sz="4200" u="none" cap="none" strike="noStrike">
                <a:solidFill>
                  <a:srgbClr val="003D7C"/>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44" name="Google Shape;44;p32"/>
          <p:cNvSpPr/>
          <p:nvPr>
            <p:ph idx="2" type="pic"/>
          </p:nvPr>
        </p:nvSpPr>
        <p:spPr>
          <a:xfrm>
            <a:off x="1055733" y="2160606"/>
            <a:ext cx="3000414" cy="2982891"/>
          </a:xfrm>
          <a:prstGeom prst="ellipse">
            <a:avLst/>
          </a:prstGeom>
          <a:noFill/>
          <a:ln cap="flat" cmpd="sng" w="57150">
            <a:solidFill>
              <a:schemeClr val="lt1"/>
            </a:solidFill>
            <a:prstDash val="solid"/>
            <a:round/>
            <a:headEnd len="sm" w="sm" type="none"/>
            <a:tailEnd len="sm" w="sm" type="none"/>
          </a:ln>
          <a:effectLst>
            <a:outerShdw blurRad="190500" rotWithShape="0" algn="tl" dir="2700000" dist="38100">
              <a:srgbClr val="003D7C">
                <a:alpha val="20000"/>
              </a:srgbClr>
            </a:outerShdw>
          </a:effectLst>
        </p:spPr>
      </p:sp>
      <p:sp>
        <p:nvSpPr>
          <p:cNvPr id="45" name="Google Shape;45;p32"/>
          <p:cNvSpPr/>
          <p:nvPr>
            <p:ph idx="3" type="pic"/>
          </p:nvPr>
        </p:nvSpPr>
        <p:spPr>
          <a:xfrm>
            <a:off x="5447774" y="2160606"/>
            <a:ext cx="3000414" cy="2982891"/>
          </a:xfrm>
          <a:prstGeom prst="ellipse">
            <a:avLst/>
          </a:prstGeom>
          <a:noFill/>
          <a:ln cap="flat" cmpd="sng" w="57150">
            <a:solidFill>
              <a:schemeClr val="lt1"/>
            </a:solidFill>
            <a:prstDash val="solid"/>
            <a:round/>
            <a:headEnd len="sm" w="sm" type="none"/>
            <a:tailEnd len="sm" w="sm" type="none"/>
          </a:ln>
          <a:effectLst>
            <a:outerShdw blurRad="190500" rotWithShape="0" algn="tl" dir="2700000" dist="38100">
              <a:srgbClr val="003D7C">
                <a:alpha val="20000"/>
              </a:srgbClr>
            </a:outerShdw>
          </a:effectLst>
        </p:spPr>
      </p:sp>
      <p:sp>
        <p:nvSpPr>
          <p:cNvPr id="46" name="Google Shape;46;p32"/>
          <p:cNvSpPr/>
          <p:nvPr>
            <p:ph idx="4" type="pic"/>
          </p:nvPr>
        </p:nvSpPr>
        <p:spPr>
          <a:xfrm>
            <a:off x="9839814" y="2160606"/>
            <a:ext cx="3000414" cy="2982891"/>
          </a:xfrm>
          <a:prstGeom prst="ellipse">
            <a:avLst/>
          </a:prstGeom>
          <a:noFill/>
          <a:ln cap="flat" cmpd="sng" w="57150">
            <a:solidFill>
              <a:schemeClr val="lt1"/>
            </a:solidFill>
            <a:prstDash val="solid"/>
            <a:round/>
            <a:headEnd len="sm" w="sm" type="none"/>
            <a:tailEnd len="sm" w="sm" type="none"/>
          </a:ln>
          <a:effectLst>
            <a:outerShdw blurRad="190500" rotWithShape="0" algn="tl" dir="2700000" dist="38100">
              <a:srgbClr val="003D7C">
                <a:alpha val="20000"/>
              </a:srgbClr>
            </a:outerShdw>
          </a:effectLst>
        </p:spPr>
      </p:sp>
      <p:sp>
        <p:nvSpPr>
          <p:cNvPr id="47" name="Google Shape;47;p32"/>
          <p:cNvSpPr/>
          <p:nvPr>
            <p:ph idx="5" type="pic"/>
          </p:nvPr>
        </p:nvSpPr>
        <p:spPr>
          <a:xfrm>
            <a:off x="14231853" y="2160606"/>
            <a:ext cx="3000414" cy="2982891"/>
          </a:xfrm>
          <a:prstGeom prst="ellipse">
            <a:avLst/>
          </a:prstGeom>
          <a:noFill/>
          <a:ln cap="flat" cmpd="sng" w="57150">
            <a:solidFill>
              <a:schemeClr val="lt1"/>
            </a:solidFill>
            <a:prstDash val="solid"/>
            <a:round/>
            <a:headEnd len="sm" w="sm" type="none"/>
            <a:tailEnd len="sm" w="sm" type="none"/>
          </a:ln>
          <a:effectLst>
            <a:outerShdw blurRad="190500" rotWithShape="0" algn="tl" dir="2700000" dist="38100">
              <a:srgbClr val="003D7C">
                <a:alpha val="20000"/>
              </a:srgbClr>
            </a:outerShdw>
          </a:effectLst>
        </p:spPr>
      </p:sp>
      <p:sp>
        <p:nvSpPr>
          <p:cNvPr id="48" name="Google Shape;48;p32"/>
          <p:cNvSpPr txBox="1"/>
          <p:nvPr>
            <p:ph idx="1" type="body"/>
          </p:nvPr>
        </p:nvSpPr>
        <p:spPr>
          <a:xfrm>
            <a:off x="1054856" y="5603814"/>
            <a:ext cx="3000414" cy="883443"/>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2000"/>
              <a:buFont typeface="Arial"/>
              <a:buNone/>
              <a:defRPr b="1" i="0" sz="3000" u="none" cap="none" strike="noStrike">
                <a:solidFill>
                  <a:srgbClr val="003D7C"/>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49" name="Google Shape;49;p32"/>
          <p:cNvSpPr txBox="1"/>
          <p:nvPr>
            <p:ph idx="6" type="body"/>
          </p:nvPr>
        </p:nvSpPr>
        <p:spPr>
          <a:xfrm>
            <a:off x="5447774" y="5603814"/>
            <a:ext cx="3000414" cy="883443"/>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2000"/>
              <a:buFont typeface="Arial"/>
              <a:buNone/>
              <a:defRPr b="1" i="0" sz="3000" u="none" cap="none" strike="noStrike">
                <a:solidFill>
                  <a:srgbClr val="003D7C"/>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50" name="Google Shape;50;p32"/>
          <p:cNvSpPr txBox="1"/>
          <p:nvPr>
            <p:ph idx="7" type="body"/>
          </p:nvPr>
        </p:nvSpPr>
        <p:spPr>
          <a:xfrm>
            <a:off x="9840692" y="5603814"/>
            <a:ext cx="3000414" cy="883443"/>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2000"/>
              <a:buFont typeface="Arial"/>
              <a:buNone/>
              <a:defRPr b="1" i="0" sz="3000" u="none" cap="none" strike="noStrike">
                <a:solidFill>
                  <a:srgbClr val="003D7C"/>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51" name="Google Shape;51;p32"/>
          <p:cNvSpPr txBox="1"/>
          <p:nvPr>
            <p:ph idx="8" type="body"/>
          </p:nvPr>
        </p:nvSpPr>
        <p:spPr>
          <a:xfrm>
            <a:off x="14233610" y="5603814"/>
            <a:ext cx="3000414" cy="883443"/>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2000"/>
              <a:buFont typeface="Arial"/>
              <a:buNone/>
              <a:defRPr b="1" i="0" sz="3000" u="none" cap="none" strike="noStrike">
                <a:solidFill>
                  <a:srgbClr val="003D7C"/>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52" name="Google Shape;52;p32"/>
          <p:cNvSpPr txBox="1"/>
          <p:nvPr>
            <p:ph idx="9" type="body"/>
          </p:nvPr>
        </p:nvSpPr>
        <p:spPr>
          <a:xfrm>
            <a:off x="1054856" y="6718621"/>
            <a:ext cx="3000414" cy="91202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1pPr>
            <a:lvl2pPr indent="-228600" lvl="1" marL="9144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2pPr>
            <a:lvl3pPr indent="-228600" lvl="2" marL="13716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3pPr>
            <a:lvl4pPr indent="-228600" lvl="3" marL="18288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4pPr>
            <a:lvl5pPr indent="-228600" lvl="4" marL="22860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53" name="Google Shape;53;p32"/>
          <p:cNvSpPr txBox="1"/>
          <p:nvPr>
            <p:ph idx="13" type="body"/>
          </p:nvPr>
        </p:nvSpPr>
        <p:spPr>
          <a:xfrm>
            <a:off x="5533316" y="6718619"/>
            <a:ext cx="3000414" cy="91202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1pPr>
            <a:lvl2pPr indent="-228600" lvl="1" marL="9144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2pPr>
            <a:lvl3pPr indent="-228600" lvl="2" marL="13716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3pPr>
            <a:lvl4pPr indent="-228600" lvl="3" marL="18288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4pPr>
            <a:lvl5pPr indent="-228600" lvl="4" marL="22860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54" name="Google Shape;54;p32"/>
          <p:cNvSpPr txBox="1"/>
          <p:nvPr>
            <p:ph idx="14" type="body"/>
          </p:nvPr>
        </p:nvSpPr>
        <p:spPr>
          <a:xfrm>
            <a:off x="9839814" y="6718616"/>
            <a:ext cx="3000414" cy="91202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1pPr>
            <a:lvl2pPr indent="-228600" lvl="1" marL="9144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2pPr>
            <a:lvl3pPr indent="-228600" lvl="2" marL="13716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3pPr>
            <a:lvl4pPr indent="-228600" lvl="3" marL="18288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4pPr>
            <a:lvl5pPr indent="-228600" lvl="4" marL="22860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55" name="Google Shape;55;p32"/>
          <p:cNvSpPr txBox="1"/>
          <p:nvPr>
            <p:ph idx="15" type="body"/>
          </p:nvPr>
        </p:nvSpPr>
        <p:spPr>
          <a:xfrm>
            <a:off x="14231853" y="6718616"/>
            <a:ext cx="3000414" cy="912020"/>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1pPr>
            <a:lvl2pPr indent="-228600" lvl="1" marL="9144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2pPr>
            <a:lvl3pPr indent="-228600" lvl="2" marL="13716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3pPr>
            <a:lvl4pPr indent="-228600" lvl="3" marL="18288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4pPr>
            <a:lvl5pPr indent="-228600" lvl="4" marL="2286000" marR="0" algn="ctr">
              <a:lnSpc>
                <a:spcPct val="100000"/>
              </a:lnSpc>
              <a:spcBef>
                <a:spcPts val="0"/>
              </a:spcBef>
              <a:spcAft>
                <a:spcPts val="0"/>
              </a:spcAft>
              <a:buClr>
                <a:srgbClr val="000000"/>
              </a:buClr>
              <a:buSzPts val="1600"/>
              <a:buFont typeface="Arial"/>
              <a:buNone/>
              <a:defRPr b="0" i="0" sz="24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1_Blank">
    <p:spTree>
      <p:nvGrpSpPr>
        <p:cNvPr id="56" name="Shape 56"/>
        <p:cNvGrpSpPr/>
        <p:nvPr/>
      </p:nvGrpSpPr>
      <p:grpSpPr>
        <a:xfrm>
          <a:off x="0" y="0"/>
          <a:ext cx="0" cy="0"/>
          <a:chOff x="0" y="0"/>
          <a:chExt cx="0" cy="0"/>
        </a:xfrm>
      </p:grpSpPr>
      <p:sp>
        <p:nvSpPr>
          <p:cNvPr id="57" name="Google Shape;57;p34"/>
          <p:cNvSpPr txBox="1"/>
          <p:nvPr>
            <p:ph type="title"/>
          </p:nvPr>
        </p:nvSpPr>
        <p:spPr>
          <a:xfrm>
            <a:off x="671034" y="448451"/>
            <a:ext cx="16945932" cy="69707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lt1"/>
              </a:buClr>
              <a:buSzPts val="2800"/>
              <a:buFont typeface="Arial"/>
              <a:buNone/>
              <a:defRPr b="1" i="0" sz="4200" u="none" cap="none" strike="noStrike">
                <a:solidFill>
                  <a:srgbClr val="003D7C"/>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f Conduct">
  <p:cSld name="Code Of Conduct">
    <p:spTree>
      <p:nvGrpSpPr>
        <p:cNvPr id="58" name="Shape 58"/>
        <p:cNvGrpSpPr/>
        <p:nvPr/>
      </p:nvGrpSpPr>
      <p:grpSpPr>
        <a:xfrm>
          <a:off x="0" y="0"/>
          <a:ext cx="0" cy="0"/>
          <a:chOff x="0" y="0"/>
          <a:chExt cx="0" cy="0"/>
        </a:xfrm>
      </p:grpSpPr>
      <p:sp>
        <p:nvSpPr>
          <p:cNvPr id="59" name="Google Shape;59;p35"/>
          <p:cNvSpPr/>
          <p:nvPr/>
        </p:nvSpPr>
        <p:spPr>
          <a:xfrm>
            <a:off x="664370" y="1985570"/>
            <a:ext cx="5497395" cy="6277791"/>
          </a:xfrm>
          <a:prstGeom prst="roundRect">
            <a:avLst>
              <a:gd fmla="val 3944" name="adj"/>
            </a:avLst>
          </a:prstGeom>
          <a:solidFill>
            <a:srgbClr val="93B3D7">
              <a:alpha val="51372"/>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575" u="none" cap="none" strike="noStrike">
              <a:solidFill>
                <a:schemeClr val="dk1"/>
              </a:solidFill>
              <a:latin typeface="Arial"/>
              <a:ea typeface="Arial"/>
              <a:cs typeface="Arial"/>
              <a:sym typeface="Arial"/>
            </a:endParaRPr>
          </a:p>
        </p:txBody>
      </p:sp>
      <p:sp>
        <p:nvSpPr>
          <p:cNvPr id="60" name="Google Shape;60;p35"/>
          <p:cNvSpPr/>
          <p:nvPr/>
        </p:nvSpPr>
        <p:spPr>
          <a:xfrm>
            <a:off x="664369" y="1442609"/>
            <a:ext cx="5497397" cy="698187"/>
          </a:xfrm>
          <a:prstGeom prst="roundRect">
            <a:avLst>
              <a:gd fmla="val 16667" name="adj"/>
            </a:avLst>
          </a:prstGeom>
          <a:solidFill>
            <a:srgbClr val="9E0040"/>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2700" u="none" cap="none" strike="noStrike">
              <a:solidFill>
                <a:schemeClr val="lt1"/>
              </a:solidFill>
              <a:latin typeface="Arial"/>
              <a:ea typeface="Arial"/>
              <a:cs typeface="Arial"/>
              <a:sym typeface="Arial"/>
            </a:endParaRPr>
          </a:p>
        </p:txBody>
      </p:sp>
      <p:sp>
        <p:nvSpPr>
          <p:cNvPr id="61" name="Google Shape;61;p35"/>
          <p:cNvSpPr/>
          <p:nvPr/>
        </p:nvSpPr>
        <p:spPr>
          <a:xfrm>
            <a:off x="6393225" y="1985598"/>
            <a:ext cx="5497395" cy="6277766"/>
          </a:xfrm>
          <a:prstGeom prst="roundRect">
            <a:avLst>
              <a:gd fmla="val 3612" name="adj"/>
            </a:avLst>
          </a:prstGeom>
          <a:solidFill>
            <a:srgbClr val="93B3D7">
              <a:alpha val="51372"/>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575" u="none" cap="none" strike="noStrike">
              <a:solidFill>
                <a:schemeClr val="lt1"/>
              </a:solidFill>
              <a:latin typeface="Arial"/>
              <a:ea typeface="Arial"/>
              <a:cs typeface="Arial"/>
              <a:sym typeface="Arial"/>
            </a:endParaRPr>
          </a:p>
        </p:txBody>
      </p:sp>
      <p:sp>
        <p:nvSpPr>
          <p:cNvPr id="62" name="Google Shape;62;p35"/>
          <p:cNvSpPr/>
          <p:nvPr/>
        </p:nvSpPr>
        <p:spPr>
          <a:xfrm>
            <a:off x="6393227" y="1443725"/>
            <a:ext cx="5497397" cy="697071"/>
          </a:xfrm>
          <a:prstGeom prst="round2SameRect">
            <a:avLst>
              <a:gd fmla="val 16667" name="adj1"/>
              <a:gd fmla="val 0" name="adj2"/>
            </a:avLst>
          </a:prstGeom>
          <a:solidFill>
            <a:srgbClr val="408191"/>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2700" u="none" cap="none" strike="noStrike">
              <a:solidFill>
                <a:schemeClr val="lt1"/>
              </a:solidFill>
              <a:latin typeface="Arial"/>
              <a:ea typeface="Arial"/>
              <a:cs typeface="Arial"/>
              <a:sym typeface="Arial"/>
            </a:endParaRPr>
          </a:p>
        </p:txBody>
      </p:sp>
      <p:sp>
        <p:nvSpPr>
          <p:cNvPr id="63" name="Google Shape;63;p35"/>
          <p:cNvSpPr/>
          <p:nvPr/>
        </p:nvSpPr>
        <p:spPr>
          <a:xfrm>
            <a:off x="12119568" y="1985571"/>
            <a:ext cx="5497395" cy="6277766"/>
          </a:xfrm>
          <a:prstGeom prst="roundRect">
            <a:avLst>
              <a:gd fmla="val 3612" name="adj"/>
            </a:avLst>
          </a:prstGeom>
          <a:solidFill>
            <a:srgbClr val="93B3D7">
              <a:alpha val="51372"/>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575" u="none" cap="none" strike="noStrike">
              <a:solidFill>
                <a:schemeClr val="lt1"/>
              </a:solidFill>
              <a:latin typeface="Arial"/>
              <a:ea typeface="Arial"/>
              <a:cs typeface="Arial"/>
              <a:sym typeface="Arial"/>
            </a:endParaRPr>
          </a:p>
        </p:txBody>
      </p:sp>
      <p:sp>
        <p:nvSpPr>
          <p:cNvPr id="64" name="Google Shape;64;p35"/>
          <p:cNvSpPr/>
          <p:nvPr/>
        </p:nvSpPr>
        <p:spPr>
          <a:xfrm>
            <a:off x="12119568" y="1442609"/>
            <a:ext cx="5497398" cy="698187"/>
          </a:xfrm>
          <a:prstGeom prst="roundRect">
            <a:avLst>
              <a:gd fmla="val 16667" name="adj"/>
            </a:avLst>
          </a:prstGeom>
          <a:solidFill>
            <a:srgbClr val="8A704C"/>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2700" u="none" cap="none" strike="noStrike">
              <a:solidFill>
                <a:schemeClr val="lt1"/>
              </a:solidFill>
              <a:latin typeface="Arial"/>
              <a:ea typeface="Arial"/>
              <a:cs typeface="Arial"/>
              <a:sym typeface="Arial"/>
            </a:endParaRPr>
          </a:p>
        </p:txBody>
      </p:sp>
      <p:sp>
        <p:nvSpPr>
          <p:cNvPr id="65" name="Google Shape;65;p35"/>
          <p:cNvSpPr/>
          <p:nvPr/>
        </p:nvSpPr>
        <p:spPr>
          <a:xfrm>
            <a:off x="1583140" y="8394476"/>
            <a:ext cx="15012538" cy="585751"/>
          </a:xfrm>
          <a:prstGeom prst="roundRect">
            <a:avLst>
              <a:gd fmla="val 16667" name="adj"/>
            </a:avLst>
          </a:prstGeom>
          <a:solidFill>
            <a:srgbClr val="F6E4CA">
              <a:alpha val="61176"/>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2400" u="none" cap="none" strike="noStrike">
              <a:solidFill>
                <a:schemeClr val="lt1"/>
              </a:solidFill>
              <a:latin typeface="Arial"/>
              <a:ea typeface="Arial"/>
              <a:cs typeface="Arial"/>
              <a:sym typeface="Arial"/>
            </a:endParaRPr>
          </a:p>
        </p:txBody>
      </p:sp>
      <p:sp>
        <p:nvSpPr>
          <p:cNvPr id="66" name="Google Shape;66;p35"/>
          <p:cNvSpPr txBox="1"/>
          <p:nvPr>
            <p:ph idx="1" type="body"/>
          </p:nvPr>
        </p:nvSpPr>
        <p:spPr>
          <a:xfrm>
            <a:off x="664367" y="2370458"/>
            <a:ext cx="5497395" cy="5495925"/>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rgbClr val="0060A8"/>
              </a:buClr>
              <a:buSzPts val="1400"/>
              <a:buFont typeface="Arial"/>
              <a:buChar char="•"/>
              <a:defRPr b="0" i="0" sz="2100" u="none" cap="none" strike="noStrike">
                <a:solidFill>
                  <a:srgbClr val="0060A8"/>
                </a:solidFill>
                <a:latin typeface="Arial"/>
                <a:ea typeface="Arial"/>
                <a:cs typeface="Arial"/>
                <a:sym typeface="Arial"/>
              </a:defRPr>
            </a:lvl1pPr>
            <a:lvl2pPr indent="-317500" lvl="1" marL="914400" marR="0" algn="l">
              <a:lnSpc>
                <a:spcPct val="100000"/>
              </a:lnSpc>
              <a:spcBef>
                <a:spcPts val="0"/>
              </a:spcBef>
              <a:spcAft>
                <a:spcPts val="0"/>
              </a:spcAft>
              <a:buClr>
                <a:srgbClr val="0060A8"/>
              </a:buClr>
              <a:buSzPts val="1400"/>
              <a:buFont typeface="Arial"/>
              <a:buChar char="•"/>
              <a:defRPr b="0" i="0" sz="2100" u="none" cap="none" strike="noStrike">
                <a:solidFill>
                  <a:srgbClr val="0060A8"/>
                </a:solidFill>
                <a:latin typeface="Arial"/>
                <a:ea typeface="Arial"/>
                <a:cs typeface="Arial"/>
                <a:sym typeface="Arial"/>
              </a:defRPr>
            </a:lvl2pPr>
            <a:lvl3pPr indent="-317500" lvl="2" marL="1371600" marR="0" algn="l">
              <a:lnSpc>
                <a:spcPct val="100000"/>
              </a:lnSpc>
              <a:spcBef>
                <a:spcPts val="0"/>
              </a:spcBef>
              <a:spcAft>
                <a:spcPts val="0"/>
              </a:spcAft>
              <a:buClr>
                <a:srgbClr val="0060A8"/>
              </a:buClr>
              <a:buSzPts val="1400"/>
              <a:buFont typeface="Arial"/>
              <a:buChar char="•"/>
              <a:defRPr b="0" i="0" sz="2100" u="none" cap="none" strike="noStrike">
                <a:solidFill>
                  <a:srgbClr val="0060A8"/>
                </a:solidFill>
                <a:latin typeface="Arial"/>
                <a:ea typeface="Arial"/>
                <a:cs typeface="Arial"/>
                <a:sym typeface="Arial"/>
              </a:defRPr>
            </a:lvl3pPr>
            <a:lvl4pPr indent="-317500" lvl="3" marL="1828800" marR="0" algn="l">
              <a:lnSpc>
                <a:spcPct val="100000"/>
              </a:lnSpc>
              <a:spcBef>
                <a:spcPts val="0"/>
              </a:spcBef>
              <a:spcAft>
                <a:spcPts val="0"/>
              </a:spcAft>
              <a:buClr>
                <a:srgbClr val="0060A8"/>
              </a:buClr>
              <a:buSzPts val="1400"/>
              <a:buFont typeface="Arial"/>
              <a:buChar char="•"/>
              <a:defRPr b="0" i="0" sz="2100" u="none" cap="none" strike="noStrike">
                <a:solidFill>
                  <a:srgbClr val="0060A8"/>
                </a:solidFill>
                <a:latin typeface="Arial"/>
                <a:ea typeface="Arial"/>
                <a:cs typeface="Arial"/>
                <a:sym typeface="Arial"/>
              </a:defRPr>
            </a:lvl4pPr>
            <a:lvl5pPr indent="-317500" lvl="4" marL="2286000" marR="0" algn="l">
              <a:lnSpc>
                <a:spcPct val="100000"/>
              </a:lnSpc>
              <a:spcBef>
                <a:spcPts val="0"/>
              </a:spcBef>
              <a:spcAft>
                <a:spcPts val="0"/>
              </a:spcAft>
              <a:buClr>
                <a:srgbClr val="0060A8"/>
              </a:buClr>
              <a:buSzPts val="1400"/>
              <a:buFont typeface="Arial"/>
              <a:buChar char="•"/>
              <a:defRPr b="0" i="0" sz="2100" u="none" cap="none" strike="noStrike">
                <a:solidFill>
                  <a:srgbClr val="0060A8"/>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67" name="Google Shape;67;p35"/>
          <p:cNvSpPr txBox="1"/>
          <p:nvPr>
            <p:ph idx="2" type="body"/>
          </p:nvPr>
        </p:nvSpPr>
        <p:spPr>
          <a:xfrm>
            <a:off x="6423123" y="2370458"/>
            <a:ext cx="5497395" cy="5495925"/>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rgbClr val="408191"/>
              </a:buClr>
              <a:buSzPts val="1400"/>
              <a:buFont typeface="Arial"/>
              <a:buChar char="•"/>
              <a:defRPr b="0" i="0" sz="2100" u="none" cap="none" strike="noStrike">
                <a:solidFill>
                  <a:srgbClr val="408191"/>
                </a:solidFill>
                <a:latin typeface="Arial"/>
                <a:ea typeface="Arial"/>
                <a:cs typeface="Arial"/>
                <a:sym typeface="Arial"/>
              </a:defRPr>
            </a:lvl1pPr>
            <a:lvl2pPr indent="-317500" lvl="1" marL="914400" marR="0" algn="l">
              <a:lnSpc>
                <a:spcPct val="100000"/>
              </a:lnSpc>
              <a:spcBef>
                <a:spcPts val="0"/>
              </a:spcBef>
              <a:spcAft>
                <a:spcPts val="0"/>
              </a:spcAft>
              <a:buClr>
                <a:srgbClr val="408191"/>
              </a:buClr>
              <a:buSzPts val="1400"/>
              <a:buFont typeface="Arial"/>
              <a:buChar char="•"/>
              <a:defRPr b="0" i="0" sz="2100" u="none" cap="none" strike="noStrike">
                <a:solidFill>
                  <a:srgbClr val="408191"/>
                </a:solidFill>
                <a:latin typeface="Arial"/>
                <a:ea typeface="Arial"/>
                <a:cs typeface="Arial"/>
                <a:sym typeface="Arial"/>
              </a:defRPr>
            </a:lvl2pPr>
            <a:lvl3pPr indent="-317500" lvl="2" marL="1371600" marR="0" algn="l">
              <a:lnSpc>
                <a:spcPct val="100000"/>
              </a:lnSpc>
              <a:spcBef>
                <a:spcPts val="0"/>
              </a:spcBef>
              <a:spcAft>
                <a:spcPts val="0"/>
              </a:spcAft>
              <a:buClr>
                <a:srgbClr val="408191"/>
              </a:buClr>
              <a:buSzPts val="1400"/>
              <a:buFont typeface="Arial"/>
              <a:buChar char="•"/>
              <a:defRPr b="0" i="0" sz="2100" u="none" cap="none" strike="noStrike">
                <a:solidFill>
                  <a:srgbClr val="408191"/>
                </a:solidFill>
                <a:latin typeface="Arial"/>
                <a:ea typeface="Arial"/>
                <a:cs typeface="Arial"/>
                <a:sym typeface="Arial"/>
              </a:defRPr>
            </a:lvl3pPr>
            <a:lvl4pPr indent="-317500" lvl="3" marL="1828800" marR="0" algn="l">
              <a:lnSpc>
                <a:spcPct val="100000"/>
              </a:lnSpc>
              <a:spcBef>
                <a:spcPts val="0"/>
              </a:spcBef>
              <a:spcAft>
                <a:spcPts val="0"/>
              </a:spcAft>
              <a:buClr>
                <a:srgbClr val="408191"/>
              </a:buClr>
              <a:buSzPts val="1400"/>
              <a:buFont typeface="Arial"/>
              <a:buChar char="•"/>
              <a:defRPr b="0" i="0" sz="2100" u="none" cap="none" strike="noStrike">
                <a:solidFill>
                  <a:srgbClr val="408191"/>
                </a:solidFill>
                <a:latin typeface="Arial"/>
                <a:ea typeface="Arial"/>
                <a:cs typeface="Arial"/>
                <a:sym typeface="Arial"/>
              </a:defRPr>
            </a:lvl4pPr>
            <a:lvl5pPr indent="-317500" lvl="4" marL="2286000" marR="0" algn="l">
              <a:lnSpc>
                <a:spcPct val="100000"/>
              </a:lnSpc>
              <a:spcBef>
                <a:spcPts val="0"/>
              </a:spcBef>
              <a:spcAft>
                <a:spcPts val="0"/>
              </a:spcAft>
              <a:buClr>
                <a:srgbClr val="408191"/>
              </a:buClr>
              <a:buSzPts val="1400"/>
              <a:buFont typeface="Arial"/>
              <a:buChar char="•"/>
              <a:defRPr b="0" i="0" sz="2100" u="none" cap="none" strike="noStrike">
                <a:solidFill>
                  <a:srgbClr val="408191"/>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68" name="Google Shape;68;p35"/>
          <p:cNvSpPr txBox="1"/>
          <p:nvPr>
            <p:ph idx="3" type="body"/>
          </p:nvPr>
        </p:nvSpPr>
        <p:spPr>
          <a:xfrm>
            <a:off x="12181880" y="2370458"/>
            <a:ext cx="5435084" cy="5495925"/>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rgbClr val="0060A8"/>
              </a:buClr>
              <a:buSzPts val="1400"/>
              <a:buFont typeface="Arial"/>
              <a:buChar char="•"/>
              <a:defRPr b="0" i="0" sz="2100" u="none" cap="none" strike="noStrike">
                <a:solidFill>
                  <a:srgbClr val="0060A8"/>
                </a:solidFill>
                <a:latin typeface="Arial"/>
                <a:ea typeface="Arial"/>
                <a:cs typeface="Arial"/>
                <a:sym typeface="Arial"/>
              </a:defRPr>
            </a:lvl1pPr>
            <a:lvl2pPr indent="-317500" lvl="1" marL="914400" marR="0" algn="l">
              <a:lnSpc>
                <a:spcPct val="100000"/>
              </a:lnSpc>
              <a:spcBef>
                <a:spcPts val="0"/>
              </a:spcBef>
              <a:spcAft>
                <a:spcPts val="0"/>
              </a:spcAft>
              <a:buClr>
                <a:srgbClr val="0060A8"/>
              </a:buClr>
              <a:buSzPts val="1400"/>
              <a:buFont typeface="Arial"/>
              <a:buChar char="•"/>
              <a:defRPr b="0" i="0" sz="2100" u="none" cap="none" strike="noStrike">
                <a:solidFill>
                  <a:srgbClr val="0060A8"/>
                </a:solidFill>
                <a:latin typeface="Arial"/>
                <a:ea typeface="Arial"/>
                <a:cs typeface="Arial"/>
                <a:sym typeface="Arial"/>
              </a:defRPr>
            </a:lvl2pPr>
            <a:lvl3pPr indent="-317500" lvl="2" marL="1371600" marR="0" algn="l">
              <a:lnSpc>
                <a:spcPct val="100000"/>
              </a:lnSpc>
              <a:spcBef>
                <a:spcPts val="0"/>
              </a:spcBef>
              <a:spcAft>
                <a:spcPts val="0"/>
              </a:spcAft>
              <a:buClr>
                <a:srgbClr val="0060A8"/>
              </a:buClr>
              <a:buSzPts val="1400"/>
              <a:buFont typeface="Arial"/>
              <a:buChar char="•"/>
              <a:defRPr b="0" i="0" sz="2100" u="none" cap="none" strike="noStrike">
                <a:solidFill>
                  <a:srgbClr val="0060A8"/>
                </a:solidFill>
                <a:latin typeface="Arial"/>
                <a:ea typeface="Arial"/>
                <a:cs typeface="Arial"/>
                <a:sym typeface="Arial"/>
              </a:defRPr>
            </a:lvl3pPr>
            <a:lvl4pPr indent="-317500" lvl="3" marL="1828800" marR="0" algn="l">
              <a:lnSpc>
                <a:spcPct val="100000"/>
              </a:lnSpc>
              <a:spcBef>
                <a:spcPts val="0"/>
              </a:spcBef>
              <a:spcAft>
                <a:spcPts val="0"/>
              </a:spcAft>
              <a:buClr>
                <a:srgbClr val="0060A8"/>
              </a:buClr>
              <a:buSzPts val="1400"/>
              <a:buFont typeface="Arial"/>
              <a:buChar char="•"/>
              <a:defRPr b="0" i="0" sz="2100" u="none" cap="none" strike="noStrike">
                <a:solidFill>
                  <a:srgbClr val="0060A8"/>
                </a:solidFill>
                <a:latin typeface="Arial"/>
                <a:ea typeface="Arial"/>
                <a:cs typeface="Arial"/>
                <a:sym typeface="Arial"/>
              </a:defRPr>
            </a:lvl4pPr>
            <a:lvl5pPr indent="-317500" lvl="4" marL="2286000" marR="0" algn="l">
              <a:lnSpc>
                <a:spcPct val="100000"/>
              </a:lnSpc>
              <a:spcBef>
                <a:spcPts val="0"/>
              </a:spcBef>
              <a:spcAft>
                <a:spcPts val="0"/>
              </a:spcAft>
              <a:buClr>
                <a:srgbClr val="0060A8"/>
              </a:buClr>
              <a:buSzPts val="1400"/>
              <a:buFont typeface="Arial"/>
              <a:buChar char="•"/>
              <a:defRPr b="0" i="0" sz="2100" u="none" cap="none" strike="noStrike">
                <a:solidFill>
                  <a:srgbClr val="0060A8"/>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69" name="Google Shape;69;p35"/>
          <p:cNvSpPr txBox="1"/>
          <p:nvPr>
            <p:ph idx="4" type="body"/>
          </p:nvPr>
        </p:nvSpPr>
        <p:spPr>
          <a:xfrm>
            <a:off x="5275385" y="8485331"/>
            <a:ext cx="8003447" cy="783557"/>
          </a:xfrm>
          <a:prstGeom prst="rect">
            <a:avLst/>
          </a:prstGeom>
          <a:noFill/>
          <a:ln>
            <a:noFill/>
          </a:ln>
        </p:spPr>
        <p:txBody>
          <a:bodyPr anchorCtr="0" anchor="t" bIns="45700" lIns="91425" spcFirstLastPara="1" rIns="91425" wrap="square" tIns="45700">
            <a:noAutofit/>
          </a:bodyPr>
          <a:lstStyle>
            <a:lvl1pPr indent="-228600" lvl="0" marL="457200" marR="0" algn="ctr">
              <a:lnSpc>
                <a:spcPct val="100000"/>
              </a:lnSpc>
              <a:spcBef>
                <a:spcPts val="0"/>
              </a:spcBef>
              <a:spcAft>
                <a:spcPts val="0"/>
              </a:spcAft>
              <a:buClr>
                <a:srgbClr val="EF7C00"/>
              </a:buClr>
              <a:buSzPts val="1400"/>
              <a:buFont typeface="Arial"/>
              <a:buNone/>
              <a:defRPr b="0" i="1" sz="2100" u="none" cap="none" strike="noStrike">
                <a:solidFill>
                  <a:schemeClr val="lt1"/>
                </a:solidFill>
                <a:latin typeface="Arial"/>
                <a:ea typeface="Arial"/>
                <a:cs typeface="Arial"/>
                <a:sym typeface="Arial"/>
              </a:defRPr>
            </a:lvl1pPr>
            <a:lvl2pPr indent="-317500" lvl="1" marL="9144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2pPr>
            <a:lvl3pPr indent="-317500" lvl="2" marL="13716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3pPr>
            <a:lvl4pPr indent="-317500" lvl="3" marL="18288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4pPr>
            <a:lvl5pPr indent="-317500" lvl="4" marL="22860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70" name="Google Shape;70;p35"/>
          <p:cNvSpPr/>
          <p:nvPr>
            <p:ph idx="5" type="body"/>
          </p:nvPr>
        </p:nvSpPr>
        <p:spPr>
          <a:xfrm>
            <a:off x="664364" y="1432916"/>
            <a:ext cx="5497398" cy="697070"/>
          </a:xfrm>
          <a:prstGeom prst="round2SameRect">
            <a:avLst>
              <a:gd fmla="val 16667" name="adj1"/>
              <a:gd fmla="val 0" name="adj2"/>
            </a:avLst>
          </a:prstGeom>
          <a:solidFill>
            <a:srgbClr val="0060A8"/>
          </a:solidFill>
          <a:ln>
            <a:noFill/>
          </a:ln>
        </p:spPr>
        <p:txBody>
          <a:bodyPr anchorCtr="0" anchor="ctr" bIns="45700" lIns="91425" spcFirstLastPara="1" rIns="91425" wrap="square" tIns="45700">
            <a:normAutofit/>
          </a:bodyPr>
          <a:lstStyle>
            <a:lvl1pPr indent="-228600" lvl="0" marL="457200" marR="0" algn="ctr">
              <a:lnSpc>
                <a:spcPct val="100000"/>
              </a:lnSpc>
              <a:spcBef>
                <a:spcPts val="0"/>
              </a:spcBef>
              <a:spcAft>
                <a:spcPts val="0"/>
              </a:spcAft>
              <a:buClr>
                <a:srgbClr val="EF7C00"/>
              </a:buClr>
              <a:buSzPts val="1800"/>
              <a:buFont typeface="Arial"/>
              <a:buNone/>
              <a:defRPr b="1" i="0" sz="2700" u="none" cap="none" strike="noStrike">
                <a:solidFill>
                  <a:schemeClr val="lt1"/>
                </a:solidFill>
                <a:latin typeface="Arial"/>
                <a:ea typeface="Arial"/>
                <a:cs typeface="Arial"/>
                <a:sym typeface="Arial"/>
              </a:defRPr>
            </a:lvl1pPr>
            <a:lvl2pPr indent="-317500" lvl="1" marL="9144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2pPr>
            <a:lvl3pPr indent="-317500" lvl="2" marL="13716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3pPr>
            <a:lvl4pPr indent="-317500" lvl="3" marL="18288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4pPr>
            <a:lvl5pPr indent="-317500" lvl="4" marL="22860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71" name="Google Shape;71;p35"/>
          <p:cNvSpPr txBox="1"/>
          <p:nvPr>
            <p:ph idx="6" type="body"/>
          </p:nvPr>
        </p:nvSpPr>
        <p:spPr>
          <a:xfrm>
            <a:off x="6395301" y="1432916"/>
            <a:ext cx="5497398" cy="697070"/>
          </a:xfrm>
          <a:prstGeom prst="rect">
            <a:avLst/>
          </a:prstGeom>
          <a:noFill/>
          <a:ln>
            <a:noFill/>
          </a:ln>
        </p:spPr>
        <p:txBody>
          <a:bodyPr anchorCtr="0" anchor="ctr" bIns="45700" lIns="91425" spcFirstLastPara="1" rIns="91425" wrap="square" tIns="45700">
            <a:noAutofit/>
          </a:bodyPr>
          <a:lstStyle>
            <a:lvl1pPr indent="-228600" lvl="0" marL="457200" marR="0" algn="ctr">
              <a:lnSpc>
                <a:spcPct val="100000"/>
              </a:lnSpc>
              <a:spcBef>
                <a:spcPts val="0"/>
              </a:spcBef>
              <a:spcAft>
                <a:spcPts val="0"/>
              </a:spcAft>
              <a:buClr>
                <a:srgbClr val="EF7C00"/>
              </a:buClr>
              <a:buSzPts val="1800"/>
              <a:buFont typeface="Arial"/>
              <a:buNone/>
              <a:defRPr b="1" i="0" sz="2700" u="none" cap="none" strike="noStrike">
                <a:solidFill>
                  <a:schemeClr val="lt1"/>
                </a:solidFill>
                <a:latin typeface="Arial"/>
                <a:ea typeface="Arial"/>
                <a:cs typeface="Arial"/>
                <a:sym typeface="Arial"/>
              </a:defRPr>
            </a:lvl1pPr>
            <a:lvl2pPr indent="-317500" lvl="1" marL="9144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2pPr>
            <a:lvl3pPr indent="-317500" lvl="2" marL="13716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3pPr>
            <a:lvl4pPr indent="-317500" lvl="3" marL="18288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4pPr>
            <a:lvl5pPr indent="-317500" lvl="4" marL="22860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72" name="Google Shape;72;p35"/>
          <p:cNvSpPr/>
          <p:nvPr>
            <p:ph idx="7" type="body"/>
          </p:nvPr>
        </p:nvSpPr>
        <p:spPr>
          <a:xfrm>
            <a:off x="12126239" y="1432916"/>
            <a:ext cx="5497398" cy="697070"/>
          </a:xfrm>
          <a:prstGeom prst="round2SameRect">
            <a:avLst>
              <a:gd fmla="val 16667" name="adj1"/>
              <a:gd fmla="val 0" name="adj2"/>
            </a:avLst>
          </a:prstGeom>
          <a:solidFill>
            <a:srgbClr val="DAB35D"/>
          </a:solidFill>
          <a:ln>
            <a:noFill/>
          </a:ln>
        </p:spPr>
        <p:txBody>
          <a:bodyPr anchorCtr="0" anchor="ctr" bIns="45700" lIns="91425" spcFirstLastPara="1" rIns="91425" wrap="square" tIns="45700">
            <a:normAutofit/>
          </a:bodyPr>
          <a:lstStyle>
            <a:lvl1pPr indent="-228600" lvl="0" marL="457200" marR="0" algn="ctr">
              <a:lnSpc>
                <a:spcPct val="100000"/>
              </a:lnSpc>
              <a:spcBef>
                <a:spcPts val="0"/>
              </a:spcBef>
              <a:spcAft>
                <a:spcPts val="0"/>
              </a:spcAft>
              <a:buClr>
                <a:srgbClr val="EF7C00"/>
              </a:buClr>
              <a:buSzPts val="1800"/>
              <a:buFont typeface="Arial"/>
              <a:buNone/>
              <a:defRPr b="1" i="0" sz="2700" u="none" cap="none" strike="noStrike">
                <a:solidFill>
                  <a:schemeClr val="lt1"/>
                </a:solidFill>
                <a:latin typeface="Arial"/>
                <a:ea typeface="Arial"/>
                <a:cs typeface="Arial"/>
                <a:sym typeface="Arial"/>
              </a:defRPr>
            </a:lvl1pPr>
            <a:lvl2pPr indent="-317500" lvl="1" marL="9144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2pPr>
            <a:lvl3pPr indent="-317500" lvl="2" marL="13716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3pPr>
            <a:lvl4pPr indent="-317500" lvl="3" marL="18288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4pPr>
            <a:lvl5pPr indent="-317500" lvl="4" marL="2286000" marR="0" algn="l">
              <a:lnSpc>
                <a:spcPct val="100000"/>
              </a:lnSpc>
              <a:spcBef>
                <a:spcPts val="0"/>
              </a:spcBef>
              <a:spcAft>
                <a:spcPts val="0"/>
              </a:spcAft>
              <a:buClr>
                <a:srgbClr val="EF7C00"/>
              </a:buClr>
              <a:buSzPts val="1400"/>
              <a:buFont typeface="Arial"/>
              <a:buChar char="•"/>
              <a:defRPr b="0" i="0" sz="2100" u="none" cap="none" strike="noStrike">
                <a:solidFill>
                  <a:schemeClr val="dk1"/>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73" name="Google Shape;73;p35"/>
          <p:cNvSpPr txBox="1"/>
          <p:nvPr>
            <p:ph type="title"/>
          </p:nvPr>
        </p:nvSpPr>
        <p:spPr>
          <a:xfrm>
            <a:off x="671034" y="448451"/>
            <a:ext cx="16945932" cy="69707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lt1"/>
              </a:buClr>
              <a:buSzPts val="2800"/>
              <a:buFont typeface="Arial"/>
              <a:buNone/>
              <a:defRPr b="1" i="0" sz="4200" u="none" cap="none" strike="noStrike">
                <a:solidFill>
                  <a:srgbClr val="40819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 name="Shape 74"/>
        <p:cNvGrpSpPr/>
        <p:nvPr/>
      </p:nvGrpSpPr>
      <p:grpSpPr>
        <a:xfrm>
          <a:off x="0" y="0"/>
          <a:ext cx="0" cy="0"/>
          <a:chOff x="0" y="0"/>
          <a:chExt cx="0" cy="0"/>
        </a:xfrm>
      </p:grpSpPr>
      <p:sp>
        <p:nvSpPr>
          <p:cNvPr id="75" name="Google Shape;75;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Next Steps">
    <p:spTree>
      <p:nvGrpSpPr>
        <p:cNvPr id="79" name="Shape 79"/>
        <p:cNvGrpSpPr/>
        <p:nvPr/>
      </p:nvGrpSpPr>
      <p:grpSpPr>
        <a:xfrm>
          <a:off x="0" y="0"/>
          <a:ext cx="0" cy="0"/>
          <a:chOff x="0" y="0"/>
          <a:chExt cx="0" cy="0"/>
        </a:xfrm>
      </p:grpSpPr>
      <p:sp>
        <p:nvSpPr>
          <p:cNvPr id="80" name="Google Shape;80;p36"/>
          <p:cNvSpPr/>
          <p:nvPr/>
        </p:nvSpPr>
        <p:spPr>
          <a:xfrm>
            <a:off x="11102639" y="3963147"/>
            <a:ext cx="2903393" cy="2910063"/>
          </a:xfrm>
          <a:prstGeom prst="ellipse">
            <a:avLst/>
          </a:prstGeom>
          <a:solidFill>
            <a:srgbClr val="DAE5F1">
              <a:alpha val="80000"/>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867"/>
              <a:buFont typeface="Arial"/>
              <a:buNone/>
            </a:pPr>
            <a:r>
              <a:t/>
            </a:r>
            <a:endParaRPr b="1" i="0" sz="2801" u="none" cap="none" strike="noStrike">
              <a:solidFill>
                <a:schemeClr val="lt1"/>
              </a:solidFill>
              <a:latin typeface="Arial"/>
              <a:ea typeface="Arial"/>
              <a:cs typeface="Arial"/>
              <a:sym typeface="Arial"/>
            </a:endParaRPr>
          </a:p>
        </p:txBody>
      </p:sp>
      <p:sp>
        <p:nvSpPr>
          <p:cNvPr id="81" name="Google Shape;81;p36"/>
          <p:cNvSpPr/>
          <p:nvPr/>
        </p:nvSpPr>
        <p:spPr>
          <a:xfrm>
            <a:off x="4281971" y="3969817"/>
            <a:ext cx="2903393" cy="2903393"/>
          </a:xfrm>
          <a:prstGeom prst="ellipse">
            <a:avLst/>
          </a:prstGeom>
          <a:solidFill>
            <a:srgbClr val="538CD5">
              <a:alpha val="80000"/>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600"/>
              <a:buFont typeface="Arial"/>
              <a:buNone/>
            </a:pPr>
            <a:r>
              <a:t/>
            </a:r>
            <a:endParaRPr b="1" i="0" sz="2400" u="none" cap="none" strike="noStrike">
              <a:solidFill>
                <a:schemeClr val="lt1"/>
              </a:solidFill>
              <a:latin typeface="Arial"/>
              <a:ea typeface="Arial"/>
              <a:cs typeface="Arial"/>
              <a:sym typeface="Arial"/>
            </a:endParaRPr>
          </a:p>
        </p:txBody>
      </p:sp>
      <p:sp>
        <p:nvSpPr>
          <p:cNvPr id="82" name="Google Shape;82;p36"/>
          <p:cNvSpPr/>
          <p:nvPr/>
        </p:nvSpPr>
        <p:spPr>
          <a:xfrm>
            <a:off x="6555527" y="3969817"/>
            <a:ext cx="2903393" cy="2903393"/>
          </a:xfrm>
          <a:prstGeom prst="ellipse">
            <a:avLst/>
          </a:prstGeom>
          <a:solidFill>
            <a:srgbClr val="8CB3E3">
              <a:alpha val="80000"/>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867"/>
              <a:buFont typeface="Arial"/>
              <a:buNone/>
            </a:pPr>
            <a:r>
              <a:t/>
            </a:r>
            <a:endParaRPr b="1" i="0" sz="2801" u="none" cap="none" strike="noStrike">
              <a:solidFill>
                <a:schemeClr val="lt1"/>
              </a:solidFill>
              <a:latin typeface="Arial"/>
              <a:ea typeface="Arial"/>
              <a:cs typeface="Arial"/>
              <a:sym typeface="Arial"/>
            </a:endParaRPr>
          </a:p>
        </p:txBody>
      </p:sp>
      <p:sp>
        <p:nvSpPr>
          <p:cNvPr id="83" name="Google Shape;83;p36"/>
          <p:cNvSpPr/>
          <p:nvPr/>
        </p:nvSpPr>
        <p:spPr>
          <a:xfrm>
            <a:off x="8829083" y="3969817"/>
            <a:ext cx="2903393" cy="2903393"/>
          </a:xfrm>
          <a:prstGeom prst="ellipse">
            <a:avLst/>
          </a:prstGeom>
          <a:solidFill>
            <a:srgbClr val="B7CCE4">
              <a:alpha val="80000"/>
            </a:srgbClr>
          </a:solidFill>
          <a:ln>
            <a:noFill/>
          </a:ln>
        </p:spPr>
        <p:txBody>
          <a:bodyPr anchorCtr="0" anchor="ctr" bIns="68550" lIns="137125" spcFirstLastPara="1" rIns="137125" wrap="square" tIns="68550">
            <a:noAutofit/>
          </a:bodyPr>
          <a:lstStyle/>
          <a:p>
            <a:pPr indent="0" lvl="0" marL="0" marR="0" rtl="0" algn="ctr">
              <a:lnSpc>
                <a:spcPct val="100000"/>
              </a:lnSpc>
              <a:spcBef>
                <a:spcPts val="0"/>
              </a:spcBef>
              <a:spcAft>
                <a:spcPts val="0"/>
              </a:spcAft>
              <a:buClr>
                <a:srgbClr val="000000"/>
              </a:buClr>
              <a:buSzPts val="1867"/>
              <a:buFont typeface="Arial"/>
              <a:buNone/>
            </a:pPr>
            <a:r>
              <a:t/>
            </a:r>
            <a:endParaRPr b="1" i="0" sz="2801" u="none" cap="none" strike="noStrike">
              <a:solidFill>
                <a:schemeClr val="lt1"/>
              </a:solidFill>
              <a:latin typeface="Arial"/>
              <a:ea typeface="Arial"/>
              <a:cs typeface="Arial"/>
              <a:sym typeface="Arial"/>
            </a:endParaRPr>
          </a:p>
        </p:txBody>
      </p:sp>
      <p:cxnSp>
        <p:nvCxnSpPr>
          <p:cNvPr id="84" name="Google Shape;84;p36"/>
          <p:cNvCxnSpPr/>
          <p:nvPr/>
        </p:nvCxnSpPr>
        <p:spPr>
          <a:xfrm flipH="1" rot="10800000">
            <a:off x="12493518" y="2813606"/>
            <a:ext cx="1633200" cy="1125000"/>
          </a:xfrm>
          <a:prstGeom prst="bentConnector3">
            <a:avLst>
              <a:gd fmla="val -409" name="adj1"/>
            </a:avLst>
          </a:prstGeom>
          <a:noFill/>
          <a:ln cap="flat" cmpd="sng" w="19050">
            <a:solidFill>
              <a:srgbClr val="002996"/>
            </a:solidFill>
            <a:prstDash val="dot"/>
            <a:round/>
            <a:headEnd len="med" w="med" type="oval"/>
            <a:tailEnd len="med" w="med" type="triangle"/>
          </a:ln>
        </p:spPr>
      </p:cxnSp>
      <p:cxnSp>
        <p:nvCxnSpPr>
          <p:cNvPr id="85" name="Google Shape;85;p36"/>
          <p:cNvCxnSpPr>
            <a:stCxn id="82" idx="4"/>
          </p:cNvCxnSpPr>
          <p:nvPr/>
        </p:nvCxnSpPr>
        <p:spPr>
          <a:xfrm rot="5400000">
            <a:off x="5476724" y="5471310"/>
            <a:ext cx="1128600" cy="3932400"/>
          </a:xfrm>
          <a:prstGeom prst="bentConnector2">
            <a:avLst/>
          </a:prstGeom>
          <a:noFill/>
          <a:ln cap="flat" cmpd="sng" w="19050">
            <a:solidFill>
              <a:srgbClr val="002996"/>
            </a:solidFill>
            <a:prstDash val="dot"/>
            <a:round/>
            <a:headEnd len="med" w="med" type="oval"/>
            <a:tailEnd len="med" w="med" type="triangle"/>
          </a:ln>
        </p:spPr>
      </p:cxnSp>
      <p:cxnSp>
        <p:nvCxnSpPr>
          <p:cNvPr id="86" name="Google Shape;86;p36"/>
          <p:cNvCxnSpPr/>
          <p:nvPr/>
        </p:nvCxnSpPr>
        <p:spPr>
          <a:xfrm>
            <a:off x="10194117" y="6897748"/>
            <a:ext cx="3932400" cy="1128600"/>
          </a:xfrm>
          <a:prstGeom prst="bentConnector2">
            <a:avLst/>
          </a:prstGeom>
          <a:noFill/>
          <a:ln cap="flat" cmpd="sng" w="19050">
            <a:solidFill>
              <a:srgbClr val="002996"/>
            </a:solidFill>
            <a:prstDash val="dot"/>
            <a:round/>
            <a:headEnd len="med" w="med" type="oval"/>
            <a:tailEnd len="med" w="med" type="triangle"/>
          </a:ln>
        </p:spPr>
      </p:cxnSp>
      <p:cxnSp>
        <p:nvCxnSpPr>
          <p:cNvPr id="87" name="Google Shape;87;p36"/>
          <p:cNvCxnSpPr/>
          <p:nvPr/>
        </p:nvCxnSpPr>
        <p:spPr>
          <a:xfrm rot="10800000">
            <a:off x="4074920" y="2847539"/>
            <a:ext cx="1632900" cy="1125000"/>
          </a:xfrm>
          <a:prstGeom prst="bentConnector3">
            <a:avLst>
              <a:gd fmla="val 514" name="adj1"/>
            </a:avLst>
          </a:prstGeom>
          <a:noFill/>
          <a:ln cap="flat" cmpd="sng" w="19050">
            <a:solidFill>
              <a:srgbClr val="002996"/>
            </a:solidFill>
            <a:prstDash val="dot"/>
            <a:round/>
            <a:headEnd len="med" w="med" type="oval"/>
            <a:tailEnd len="med" w="med" type="triangle"/>
          </a:ln>
        </p:spPr>
      </p:cxnSp>
      <p:sp>
        <p:nvSpPr>
          <p:cNvPr id="88" name="Google Shape;88;p36"/>
          <p:cNvSpPr txBox="1"/>
          <p:nvPr>
            <p:ph type="title"/>
          </p:nvPr>
        </p:nvSpPr>
        <p:spPr>
          <a:xfrm>
            <a:off x="671034" y="448451"/>
            <a:ext cx="16945932" cy="69707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lt1"/>
              </a:buClr>
              <a:buSzPts val="2800"/>
              <a:buFont typeface="Arial"/>
              <a:buNone/>
              <a:defRPr b="1" i="0" sz="4200" u="none" cap="none" strike="noStrike">
                <a:solidFill>
                  <a:srgbClr val="40819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89" name="Google Shape;89;p36"/>
          <p:cNvSpPr txBox="1"/>
          <p:nvPr>
            <p:ph idx="1" type="body"/>
          </p:nvPr>
        </p:nvSpPr>
        <p:spPr>
          <a:xfrm>
            <a:off x="935613" y="2802387"/>
            <a:ext cx="3000414" cy="116076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rgbClr val="000000"/>
              </a:buClr>
              <a:buSzPts val="2000"/>
              <a:buFont typeface="Arial"/>
              <a:buNone/>
              <a:defRPr b="1" i="0" sz="3000" u="none" cap="none" strike="noStrike">
                <a:solidFill>
                  <a:srgbClr val="002996"/>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90" name="Google Shape;90;p36"/>
          <p:cNvSpPr txBox="1"/>
          <p:nvPr>
            <p:ph idx="2" type="body"/>
          </p:nvPr>
        </p:nvSpPr>
        <p:spPr>
          <a:xfrm>
            <a:off x="918127" y="3982740"/>
            <a:ext cx="3017900" cy="116076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rgbClr val="000000"/>
              </a:buClr>
              <a:buSzPts val="1400"/>
              <a:buFont typeface="Arial"/>
              <a:buNone/>
              <a:defRPr b="0" i="0" sz="2100" u="none" cap="none" strike="noStrike">
                <a:solidFill>
                  <a:srgbClr val="0060A8"/>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91" name="Google Shape;91;p36"/>
          <p:cNvSpPr txBox="1"/>
          <p:nvPr>
            <p:ph idx="3" type="body"/>
          </p:nvPr>
        </p:nvSpPr>
        <p:spPr>
          <a:xfrm>
            <a:off x="952716" y="5616786"/>
            <a:ext cx="3000414" cy="116076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rgbClr val="000000"/>
              </a:buClr>
              <a:buSzPts val="2000"/>
              <a:buFont typeface="Arial"/>
              <a:buNone/>
              <a:defRPr b="1" i="0" sz="3000" u="none" cap="none" strike="noStrike">
                <a:solidFill>
                  <a:srgbClr val="0060A8"/>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92" name="Google Shape;92;p36"/>
          <p:cNvSpPr txBox="1"/>
          <p:nvPr>
            <p:ph idx="4" type="body"/>
          </p:nvPr>
        </p:nvSpPr>
        <p:spPr>
          <a:xfrm>
            <a:off x="935230" y="6797139"/>
            <a:ext cx="3017900" cy="1160760"/>
          </a:xfrm>
          <a:prstGeom prst="rect">
            <a:avLst/>
          </a:prstGeom>
          <a:noFill/>
          <a:ln>
            <a:noFill/>
          </a:ln>
        </p:spPr>
        <p:txBody>
          <a:bodyPr anchorCtr="0" anchor="t" bIns="45700" lIns="91425" spcFirstLastPara="1" rIns="91425" wrap="square" tIns="45700">
            <a:noAutofit/>
          </a:bodyPr>
          <a:lstStyle>
            <a:lvl1pPr indent="-228600" lvl="0" marL="457200" marR="0" algn="r">
              <a:lnSpc>
                <a:spcPct val="100000"/>
              </a:lnSpc>
              <a:spcBef>
                <a:spcPts val="0"/>
              </a:spcBef>
              <a:spcAft>
                <a:spcPts val="0"/>
              </a:spcAft>
              <a:buClr>
                <a:srgbClr val="000000"/>
              </a:buClr>
              <a:buSzPts val="1400"/>
              <a:buFont typeface="Arial"/>
              <a:buNone/>
              <a:defRPr b="0" i="0" sz="2100" u="none" cap="none" strike="noStrike">
                <a:solidFill>
                  <a:srgbClr val="0060A8"/>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93" name="Google Shape;93;p36"/>
          <p:cNvSpPr txBox="1"/>
          <p:nvPr>
            <p:ph idx="5" type="body"/>
          </p:nvPr>
        </p:nvSpPr>
        <p:spPr>
          <a:xfrm>
            <a:off x="14325698" y="2813664"/>
            <a:ext cx="3000414" cy="116076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2000"/>
              <a:buFont typeface="Arial"/>
              <a:buNone/>
              <a:defRPr b="1" i="0" sz="3000" u="none" cap="none" strike="noStrike">
                <a:solidFill>
                  <a:srgbClr val="408191"/>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94" name="Google Shape;94;p36"/>
          <p:cNvSpPr txBox="1"/>
          <p:nvPr>
            <p:ph idx="6" type="body"/>
          </p:nvPr>
        </p:nvSpPr>
        <p:spPr>
          <a:xfrm>
            <a:off x="14308211" y="3994017"/>
            <a:ext cx="3017900" cy="116076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1400"/>
              <a:buFont typeface="Arial"/>
              <a:buNone/>
              <a:defRPr b="0" i="0" sz="2100" u="none" cap="none" strike="noStrike">
                <a:solidFill>
                  <a:srgbClr val="0060A8"/>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95" name="Google Shape;95;p36"/>
          <p:cNvSpPr txBox="1"/>
          <p:nvPr>
            <p:ph idx="7" type="body"/>
          </p:nvPr>
        </p:nvSpPr>
        <p:spPr>
          <a:xfrm>
            <a:off x="14349639" y="5616786"/>
            <a:ext cx="3000414" cy="116076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2000"/>
              <a:buFont typeface="Arial"/>
              <a:buNone/>
              <a:defRPr b="1" i="0" sz="3000" u="none" cap="none" strike="noStrike">
                <a:solidFill>
                  <a:srgbClr val="529AE9"/>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
        <p:nvSpPr>
          <p:cNvPr id="96" name="Google Shape;96;p36"/>
          <p:cNvSpPr txBox="1"/>
          <p:nvPr>
            <p:ph idx="8" type="body"/>
          </p:nvPr>
        </p:nvSpPr>
        <p:spPr>
          <a:xfrm>
            <a:off x="14332153" y="6797139"/>
            <a:ext cx="3017900" cy="1160760"/>
          </a:xfrm>
          <a:prstGeom prst="rect">
            <a:avLst/>
          </a:prstGeom>
          <a:noFill/>
          <a:ln>
            <a:noFill/>
          </a:ln>
        </p:spPr>
        <p:txBody>
          <a:bodyPr anchorCtr="0" anchor="t" bIns="45700" lIns="91425" spcFirstLastPara="1" rIns="91425" wrap="square" tIns="45700">
            <a:noAutofit/>
          </a:bodyPr>
          <a:lstStyle>
            <a:lvl1pPr indent="-228600" lvl="0" marL="457200" marR="0" algn="l">
              <a:lnSpc>
                <a:spcPct val="100000"/>
              </a:lnSpc>
              <a:spcBef>
                <a:spcPts val="0"/>
              </a:spcBef>
              <a:spcAft>
                <a:spcPts val="0"/>
              </a:spcAft>
              <a:buClr>
                <a:srgbClr val="000000"/>
              </a:buClr>
              <a:buSzPts val="1400"/>
              <a:buFont typeface="Arial"/>
              <a:buNone/>
              <a:defRPr b="0" i="0" sz="2100" u="none" cap="none" strike="noStrike">
                <a:solidFill>
                  <a:srgbClr val="0060A8"/>
                </a:solidFill>
                <a:latin typeface="Arial"/>
                <a:ea typeface="Arial"/>
                <a:cs typeface="Arial"/>
                <a:sym typeface="Arial"/>
              </a:defRPr>
            </a:lvl1pPr>
            <a:lvl2pPr indent="-228600" lvl="1" marL="914400" marR="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Arial"/>
                <a:ea typeface="Arial"/>
                <a:cs typeface="Arial"/>
                <a:sym typeface="Arial"/>
              </a:defRPr>
            </a:lvl2pPr>
            <a:lvl3pPr indent="-228600" lvl="2" marL="1371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3pPr>
            <a:lvl4pPr indent="-228600" lvl="3" marL="18288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21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7" name="Shape 97"/>
        <p:cNvGrpSpPr/>
        <p:nvPr/>
      </p:nvGrpSpPr>
      <p:grpSpPr>
        <a:xfrm>
          <a:off x="0" y="0"/>
          <a:ext cx="0" cy="0"/>
          <a:chOff x="0" y="0"/>
          <a:chExt cx="0" cy="0"/>
        </a:xfrm>
      </p:grpSpPr>
      <p:sp>
        <p:nvSpPr>
          <p:cNvPr id="98" name="Google Shape;98;p4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4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0" name="Google Shape;100;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3" name="Shape 103"/>
        <p:cNvGrpSpPr/>
        <p:nvPr/>
      </p:nvGrpSpPr>
      <p:grpSpPr>
        <a:xfrm>
          <a:off x="0" y="0"/>
          <a:ext cx="0" cy="0"/>
          <a:chOff x="0" y="0"/>
          <a:chExt cx="0" cy="0"/>
        </a:xfrm>
      </p:grpSpPr>
      <p:sp>
        <p:nvSpPr>
          <p:cNvPr id="104" name="Google Shape;104;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4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06" name="Google Shape;106;p4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07" name="Google Shape;107;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0" name="Shape 110"/>
        <p:cNvGrpSpPr/>
        <p:nvPr/>
      </p:nvGrpSpPr>
      <p:grpSpPr>
        <a:xfrm>
          <a:off x="0" y="0"/>
          <a:ext cx="0" cy="0"/>
          <a:chOff x="0" y="0"/>
          <a:chExt cx="0" cy="0"/>
        </a:xfrm>
      </p:grpSpPr>
      <p:sp>
        <p:nvSpPr>
          <p:cNvPr id="111" name="Google Shape;111;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3" name="Google Shape;113;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4" name="Google Shape;114;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5" name="Google Shape;115;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6" name="Google Shape;116;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9" name="Shape 119"/>
        <p:cNvGrpSpPr/>
        <p:nvPr/>
      </p:nvGrpSpPr>
      <p:grpSpPr>
        <a:xfrm>
          <a:off x="0" y="0"/>
          <a:ext cx="0" cy="0"/>
          <a:chOff x="0" y="0"/>
          <a:chExt cx="0" cy="0"/>
        </a:xfrm>
      </p:grpSpPr>
      <p:sp>
        <p:nvSpPr>
          <p:cNvPr id="120" name="Google Shape;120;p4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4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22" name="Google Shape;122;p4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23" name="Google Shape;123;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126" name="Google Shape;126;p46"/>
          <p:cNvSpPr/>
          <p:nvPr/>
        </p:nvSpPr>
        <p:spPr>
          <a:xfrm flipH="1">
            <a:off x="-1717656" y="8687855"/>
            <a:ext cx="20073256" cy="1662959"/>
          </a:xfrm>
          <a:custGeom>
            <a:rect b="b" l="l" r="r" t="t"/>
            <a:pathLst>
              <a:path extrusionOk="0" h="1758362" w="7084595">
                <a:moveTo>
                  <a:pt x="0" y="0"/>
                </a:moveTo>
                <a:lnTo>
                  <a:pt x="7084595" y="0"/>
                </a:lnTo>
                <a:lnTo>
                  <a:pt x="6783942" y="1758362"/>
                </a:lnTo>
                <a:lnTo>
                  <a:pt x="0" y="1748314"/>
                </a:lnTo>
                <a:lnTo>
                  <a:pt x="0" y="0"/>
                </a:lnTo>
                <a:close/>
              </a:path>
            </a:pathLst>
          </a:custGeom>
          <a:gradFill>
            <a:gsLst>
              <a:gs pos="0">
                <a:srgbClr val="FFFFFF">
                  <a:alpha val="80000"/>
                </a:srgbClr>
              </a:gs>
              <a:gs pos="23000">
                <a:schemeClr val="lt1"/>
              </a:gs>
              <a:gs pos="78000">
                <a:srgbClr val="2F6094">
                  <a:alpha val="28627"/>
                </a:srgbClr>
              </a:gs>
              <a:gs pos="100000">
                <a:srgbClr val="2F6094">
                  <a:alpha val="28627"/>
                </a:srgbClr>
              </a:gs>
            </a:gsLst>
            <a:lin ang="0" scaled="0"/>
          </a:gradFill>
          <a:ln>
            <a:noFill/>
          </a:ln>
        </p:spPr>
        <p:txBody>
          <a:bodyPr anchorCtr="0" anchor="ctr" bIns="45700" lIns="91425" spcFirstLastPara="1" rIns="91425" wrap="square" tIns="45700">
            <a:noAutofit/>
          </a:bodyPr>
          <a:lstStyle/>
          <a:p>
            <a:pPr indent="0" lvl="0" marL="442913" marR="0" rtl="0" algn="l">
              <a:lnSpc>
                <a:spcPct val="90000"/>
              </a:lnSpc>
              <a:spcBef>
                <a:spcPts val="0"/>
              </a:spcBef>
              <a:spcAft>
                <a:spcPts val="0"/>
              </a:spcAft>
              <a:buClr>
                <a:schemeClr val="lt1"/>
              </a:buClr>
              <a:buSzPts val="2800"/>
              <a:buFont typeface="Arial"/>
              <a:buNone/>
            </a:pPr>
            <a:r>
              <a:t/>
            </a:r>
            <a:endParaRPr b="1" i="0" sz="4000" u="none" cap="none" strike="noStrike">
              <a:solidFill>
                <a:schemeClr val="lt1"/>
              </a:solidFill>
              <a:latin typeface="Arial"/>
              <a:ea typeface="Arial"/>
              <a:cs typeface="Arial"/>
              <a:sym typeface="Arial"/>
            </a:endParaRPr>
          </a:p>
        </p:txBody>
      </p:sp>
      <p:pic>
        <p:nvPicPr>
          <p:cNvPr descr="Graphical user interface, text&#10;&#10;Description automatically generated" id="127" name="Google Shape;127;p46"/>
          <p:cNvPicPr preferRelativeResize="0"/>
          <p:nvPr/>
        </p:nvPicPr>
        <p:blipFill rotWithShape="1">
          <a:blip r:embed="rId2">
            <a:alphaModFix/>
          </a:blip>
          <a:srcRect b="0" l="0" r="0" t="0"/>
          <a:stretch/>
        </p:blipFill>
        <p:spPr>
          <a:xfrm>
            <a:off x="12765617" y="8985036"/>
            <a:ext cx="5125603" cy="114343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8" name="Shape 128"/>
        <p:cNvGrpSpPr/>
        <p:nvPr/>
      </p:nvGrpSpPr>
      <p:grpSpPr>
        <a:xfrm>
          <a:off x="0" y="0"/>
          <a:ext cx="0" cy="0"/>
          <a:chOff x="0" y="0"/>
          <a:chExt cx="0" cy="0"/>
        </a:xfrm>
      </p:grpSpPr>
      <p:sp>
        <p:nvSpPr>
          <p:cNvPr id="129" name="Google Shape;129;p4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47"/>
          <p:cNvSpPr/>
          <p:nvPr>
            <p:ph idx="2" type="pic"/>
          </p:nvPr>
        </p:nvSpPr>
        <p:spPr>
          <a:xfrm>
            <a:off x="1792288" y="612775"/>
            <a:ext cx="5486400" cy="4114800"/>
          </a:xfrm>
          <a:prstGeom prst="rect">
            <a:avLst/>
          </a:prstGeom>
          <a:noFill/>
          <a:ln>
            <a:noFill/>
          </a:ln>
        </p:spPr>
      </p:sp>
      <p:sp>
        <p:nvSpPr>
          <p:cNvPr id="131" name="Google Shape;131;p4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2" name="Google Shape;132;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
        <p:nvSpPr>
          <p:cNvPr id="135" name="Google Shape;135;p47"/>
          <p:cNvSpPr/>
          <p:nvPr/>
        </p:nvSpPr>
        <p:spPr>
          <a:xfrm flipH="1">
            <a:off x="-1717656" y="8687855"/>
            <a:ext cx="20073256" cy="1662959"/>
          </a:xfrm>
          <a:custGeom>
            <a:rect b="b" l="l" r="r" t="t"/>
            <a:pathLst>
              <a:path extrusionOk="0" h="1758362" w="7084595">
                <a:moveTo>
                  <a:pt x="0" y="0"/>
                </a:moveTo>
                <a:lnTo>
                  <a:pt x="7084595" y="0"/>
                </a:lnTo>
                <a:lnTo>
                  <a:pt x="6783942" y="1758362"/>
                </a:lnTo>
                <a:lnTo>
                  <a:pt x="0" y="1748314"/>
                </a:lnTo>
                <a:lnTo>
                  <a:pt x="0" y="0"/>
                </a:lnTo>
                <a:close/>
              </a:path>
            </a:pathLst>
          </a:custGeom>
          <a:gradFill>
            <a:gsLst>
              <a:gs pos="0">
                <a:srgbClr val="FFFFFF">
                  <a:alpha val="80000"/>
                </a:srgbClr>
              </a:gs>
              <a:gs pos="23000">
                <a:schemeClr val="lt1"/>
              </a:gs>
              <a:gs pos="78000">
                <a:srgbClr val="2F6094">
                  <a:alpha val="28627"/>
                </a:srgbClr>
              </a:gs>
              <a:gs pos="100000">
                <a:srgbClr val="2F6094">
                  <a:alpha val="28627"/>
                </a:srgbClr>
              </a:gs>
            </a:gsLst>
            <a:lin ang="0" scaled="0"/>
          </a:gradFill>
          <a:ln>
            <a:noFill/>
          </a:ln>
        </p:spPr>
        <p:txBody>
          <a:bodyPr anchorCtr="0" anchor="ctr" bIns="45700" lIns="91425" spcFirstLastPara="1" rIns="91425" wrap="square" tIns="45700">
            <a:noAutofit/>
          </a:bodyPr>
          <a:lstStyle/>
          <a:p>
            <a:pPr indent="0" lvl="0" marL="442913" marR="0" rtl="0" algn="l">
              <a:lnSpc>
                <a:spcPct val="90000"/>
              </a:lnSpc>
              <a:spcBef>
                <a:spcPts val="0"/>
              </a:spcBef>
              <a:spcAft>
                <a:spcPts val="0"/>
              </a:spcAft>
              <a:buClr>
                <a:schemeClr val="lt1"/>
              </a:buClr>
              <a:buSzPts val="2800"/>
              <a:buFont typeface="Arial"/>
              <a:buNone/>
            </a:pPr>
            <a:r>
              <a:t/>
            </a:r>
            <a:endParaRPr b="1" i="0" sz="4000" u="none" cap="none" strike="noStrike">
              <a:solidFill>
                <a:schemeClr val="lt1"/>
              </a:solidFill>
              <a:latin typeface="Arial"/>
              <a:ea typeface="Arial"/>
              <a:cs typeface="Arial"/>
              <a:sym typeface="Arial"/>
            </a:endParaRPr>
          </a:p>
        </p:txBody>
      </p:sp>
      <p:pic>
        <p:nvPicPr>
          <p:cNvPr descr="Graphical user interface, text&#10;&#10;Description automatically generated" id="136" name="Google Shape;136;p47"/>
          <p:cNvPicPr preferRelativeResize="0"/>
          <p:nvPr/>
        </p:nvPicPr>
        <p:blipFill rotWithShape="1">
          <a:blip r:embed="rId2">
            <a:alphaModFix/>
          </a:blip>
          <a:srcRect b="0" l="0" r="0" t="0"/>
          <a:stretch/>
        </p:blipFill>
        <p:spPr>
          <a:xfrm>
            <a:off x="12765617" y="8985036"/>
            <a:ext cx="5125603" cy="114343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7" name="Shape 137"/>
        <p:cNvGrpSpPr/>
        <p:nvPr/>
      </p:nvGrpSpPr>
      <p:grpSpPr>
        <a:xfrm>
          <a:off x="0" y="0"/>
          <a:ext cx="0" cy="0"/>
          <a:chOff x="0" y="0"/>
          <a:chExt cx="0" cy="0"/>
        </a:xfrm>
      </p:grpSpPr>
      <p:sp>
        <p:nvSpPr>
          <p:cNvPr id="138" name="Google Shape;138;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4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0" name="Google Shape;140;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3" name="Shape 143"/>
        <p:cNvGrpSpPr/>
        <p:nvPr/>
      </p:nvGrpSpPr>
      <p:grpSpPr>
        <a:xfrm>
          <a:off x="0" y="0"/>
          <a:ext cx="0" cy="0"/>
          <a:chOff x="0" y="0"/>
          <a:chExt cx="0" cy="0"/>
        </a:xfrm>
      </p:grpSpPr>
      <p:sp>
        <p:nvSpPr>
          <p:cNvPr id="144" name="Google Shape;144;p4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4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6" name="Google Shape;146;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alpha val="80000"/>
              </a:srgbClr>
            </a:gs>
            <a:gs pos="47000">
              <a:srgbClr val="F2F2F2"/>
            </a:gs>
            <a:gs pos="100000">
              <a:srgbClr val="0070C0">
                <a:alpha val="20000"/>
              </a:srgbClr>
            </a:gs>
          </a:gsLst>
          <a:lin ang="2700000" scaled="0"/>
        </a:gradFill>
      </p:bgPr>
    </p:bg>
    <p:spTree>
      <p:nvGrpSpPr>
        <p:cNvPr id="9" name="Shape 9"/>
        <p:cNvGrpSpPr/>
        <p:nvPr/>
      </p:nvGrpSpPr>
      <p:grpSpPr>
        <a:xfrm>
          <a:off x="0" y="0"/>
          <a:ext cx="0" cy="0"/>
          <a:chOff x="0" y="0"/>
          <a:chExt cx="0" cy="0"/>
        </a:xfrm>
      </p:grpSpPr>
      <p:sp>
        <p:nvSpPr>
          <p:cNvPr id="10" name="Google Shape;1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hyperlink" Target="https://www.workhabit.org/scaling-data-for-neural-networks/" TargetMode="External"/><Relationship Id="rId5" Type="http://schemas.openxmlformats.org/officeDocument/2006/relationships/hyperlink" Target="https://drive.google.com/file/d/1nG84fHmmmgABKrpMsqrAGdIIe3d5E84l/view?usp=sharin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grpSp>
        <p:nvGrpSpPr>
          <p:cNvPr id="153" name="Google Shape;153;p50"/>
          <p:cNvGrpSpPr/>
          <p:nvPr/>
        </p:nvGrpSpPr>
        <p:grpSpPr>
          <a:xfrm>
            <a:off x="-3970421" y="0"/>
            <a:ext cx="19684999" cy="10281831"/>
            <a:chOff x="-660136" y="183989"/>
            <a:chExt cx="19684999" cy="9751458"/>
          </a:xfrm>
        </p:grpSpPr>
        <p:sp>
          <p:nvSpPr>
            <p:cNvPr id="154" name="Google Shape;154;p50"/>
            <p:cNvSpPr txBox="1"/>
            <p:nvPr/>
          </p:nvSpPr>
          <p:spPr>
            <a:xfrm>
              <a:off x="10125981" y="3705453"/>
              <a:ext cx="6951615" cy="568768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5" name="Google Shape;155;p50"/>
            <p:cNvSpPr/>
            <p:nvPr/>
          </p:nvSpPr>
          <p:spPr>
            <a:xfrm>
              <a:off x="-660136" y="183989"/>
              <a:ext cx="19684999" cy="9751458"/>
            </a:xfrm>
            <a:prstGeom prst="flowChartInputOutput">
              <a:avLst/>
            </a:prstGeom>
            <a:solidFill>
              <a:srgbClr val="EF7C00">
                <a:alpha val="52941"/>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6" name="Google Shape;156;p50"/>
            <p:cNvSpPr txBox="1"/>
            <p:nvPr/>
          </p:nvSpPr>
          <p:spPr>
            <a:xfrm>
              <a:off x="1560848" y="5800407"/>
              <a:ext cx="2464979" cy="201680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7" name="Google Shape;157;p50"/>
            <p:cNvSpPr/>
            <p:nvPr/>
          </p:nvSpPr>
          <p:spPr>
            <a:xfrm>
              <a:off x="17402172" y="467891"/>
              <a:ext cx="502580" cy="584821"/>
            </a:xfrm>
            <a:custGeom>
              <a:rect b="b" l="l" r="r" t="t"/>
              <a:pathLst>
                <a:path extrusionOk="0"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5770F">
                <a:alpha val="4352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58" name="Google Shape;158;p50"/>
          <p:cNvGrpSpPr/>
          <p:nvPr/>
        </p:nvGrpSpPr>
        <p:grpSpPr>
          <a:xfrm>
            <a:off x="12393664" y="2401900"/>
            <a:ext cx="502580" cy="584821"/>
            <a:chOff x="0" y="0"/>
            <a:chExt cx="698500" cy="812800"/>
          </a:xfrm>
        </p:grpSpPr>
        <p:sp>
          <p:nvSpPr>
            <p:cNvPr id="159" name="Google Shape;159;p50"/>
            <p:cNvSpPr/>
            <p:nvPr/>
          </p:nvSpPr>
          <p:spPr>
            <a:xfrm>
              <a:off x="0" y="0"/>
              <a:ext cx="698500" cy="812800"/>
            </a:xfrm>
            <a:custGeom>
              <a:rect b="b" l="l" r="r" t="t"/>
              <a:pathLst>
                <a:path extrusionOk="0" h="812800" w="698500">
                  <a:moveTo>
                    <a:pt x="349250" y="0"/>
                  </a:moveTo>
                  <a:lnTo>
                    <a:pt x="698500" y="203200"/>
                  </a:lnTo>
                  <a:lnTo>
                    <a:pt x="698500" y="609600"/>
                  </a:lnTo>
                  <a:lnTo>
                    <a:pt x="349250" y="812800"/>
                  </a:lnTo>
                  <a:lnTo>
                    <a:pt x="0" y="609600"/>
                  </a:lnTo>
                  <a:lnTo>
                    <a:pt x="0" y="203200"/>
                  </a:lnTo>
                  <a:lnTo>
                    <a:pt x="349250" y="0"/>
                  </a:lnTo>
                  <a:close/>
                </a:path>
              </a:pathLst>
            </a:custGeom>
            <a:solidFill>
              <a:srgbClr val="FFB15B">
                <a:alpha val="4352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0" name="Google Shape;160;p50"/>
            <p:cNvSpPr txBox="1"/>
            <p:nvPr/>
          </p:nvSpPr>
          <p:spPr>
            <a:xfrm>
              <a:off x="0" y="101600"/>
              <a:ext cx="698500" cy="571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61" name="Google Shape;161;p50"/>
          <p:cNvSpPr txBox="1"/>
          <p:nvPr/>
        </p:nvSpPr>
        <p:spPr>
          <a:xfrm>
            <a:off x="-565430" y="7434040"/>
            <a:ext cx="10808400" cy="907200"/>
          </a:xfrm>
          <a:prstGeom prst="rect">
            <a:avLst/>
          </a:prstGeom>
          <a:noFill/>
          <a:ln>
            <a:noFill/>
          </a:ln>
        </p:spPr>
        <p:txBody>
          <a:bodyPr anchorCtr="0" anchor="t" bIns="0" lIns="0" spcFirstLastPara="1" rIns="0" wrap="square" tIns="0">
            <a:spAutoFit/>
          </a:bodyPr>
          <a:lstStyle/>
          <a:p>
            <a:pPr indent="0" lvl="0" marL="0" marR="0" rtl="0" algn="ctr">
              <a:lnSpc>
                <a:spcPct val="110526"/>
              </a:lnSpc>
              <a:spcBef>
                <a:spcPts val="0"/>
              </a:spcBef>
              <a:spcAft>
                <a:spcPts val="0"/>
              </a:spcAft>
              <a:buClr>
                <a:srgbClr val="000000"/>
              </a:buClr>
              <a:buSzPts val="2800"/>
              <a:buFont typeface="Arial"/>
              <a:buNone/>
            </a:pPr>
            <a:r>
              <a:rPr lang="en-IN" sz="2800">
                <a:solidFill>
                  <a:schemeClr val="dk2"/>
                </a:solidFill>
              </a:rPr>
              <a:t>Saturday</a:t>
            </a:r>
            <a:r>
              <a:rPr b="0" i="0" lang="en-IN" sz="2800" u="none" cap="none" strike="noStrike">
                <a:solidFill>
                  <a:schemeClr val="dk2"/>
                </a:solidFill>
                <a:latin typeface="Arial"/>
                <a:ea typeface="Arial"/>
                <a:cs typeface="Arial"/>
                <a:sym typeface="Arial"/>
              </a:rPr>
              <a:t>, </a:t>
            </a:r>
            <a:r>
              <a:rPr lang="en-IN" sz="2800">
                <a:solidFill>
                  <a:schemeClr val="dk2"/>
                </a:solidFill>
              </a:rPr>
              <a:t>Feb</a:t>
            </a:r>
            <a:r>
              <a:rPr b="0" i="0" lang="en-IN" sz="2800" u="none" cap="none" strike="noStrike">
                <a:solidFill>
                  <a:schemeClr val="dk2"/>
                </a:solidFill>
                <a:latin typeface="Arial"/>
                <a:ea typeface="Arial"/>
                <a:cs typeface="Arial"/>
                <a:sym typeface="Arial"/>
              </a:rPr>
              <a:t> </a:t>
            </a:r>
            <a:r>
              <a:rPr lang="en-IN" sz="2800">
                <a:solidFill>
                  <a:schemeClr val="dk2"/>
                </a:solidFill>
              </a:rPr>
              <a:t>14</a:t>
            </a:r>
            <a:r>
              <a:rPr b="0" i="0" lang="en-IN" sz="2800" u="none" cap="none" strike="noStrike">
                <a:solidFill>
                  <a:schemeClr val="dk2"/>
                </a:solidFill>
                <a:latin typeface="Arial"/>
                <a:ea typeface="Arial"/>
                <a:cs typeface="Arial"/>
                <a:sym typeface="Arial"/>
              </a:rPr>
              <a:t>, 202</a:t>
            </a:r>
            <a:r>
              <a:rPr lang="en-IN" sz="2800">
                <a:solidFill>
                  <a:schemeClr val="dk2"/>
                </a:solidFill>
              </a:rPr>
              <a:t>6</a:t>
            </a:r>
            <a:endParaRPr b="0" i="0" sz="1050" u="none" cap="none" strike="noStrike">
              <a:solidFill>
                <a:schemeClr val="dk2"/>
              </a:solidFill>
              <a:latin typeface="Arial"/>
              <a:ea typeface="Arial"/>
              <a:cs typeface="Arial"/>
              <a:sym typeface="Arial"/>
            </a:endParaRPr>
          </a:p>
          <a:p>
            <a:pPr indent="0" lvl="0" marL="0" marR="0" rtl="0" algn="ctr">
              <a:lnSpc>
                <a:spcPct val="110526"/>
              </a:lnSpc>
              <a:spcBef>
                <a:spcPts val="0"/>
              </a:spcBef>
              <a:spcAft>
                <a:spcPts val="0"/>
              </a:spcAft>
              <a:buClr>
                <a:srgbClr val="000000"/>
              </a:buClr>
              <a:buSzPts val="2800"/>
              <a:buFont typeface="Arial"/>
              <a:buNone/>
            </a:pPr>
            <a:r>
              <a:rPr lang="en-IN" sz="2800">
                <a:solidFill>
                  <a:schemeClr val="dk2"/>
                </a:solidFill>
              </a:rPr>
              <a:t>09</a:t>
            </a:r>
            <a:r>
              <a:rPr b="0" i="0" lang="en-IN" sz="2800" u="none" cap="none" strike="noStrike">
                <a:solidFill>
                  <a:schemeClr val="dk2"/>
                </a:solidFill>
                <a:latin typeface="Arial"/>
                <a:ea typeface="Arial"/>
                <a:cs typeface="Arial"/>
                <a:sym typeface="Arial"/>
              </a:rPr>
              <a:t>.30 </a:t>
            </a:r>
            <a:r>
              <a:rPr lang="en-IN" sz="2800">
                <a:solidFill>
                  <a:schemeClr val="dk2"/>
                </a:solidFill>
              </a:rPr>
              <a:t>A</a:t>
            </a:r>
            <a:r>
              <a:rPr b="0" i="0" lang="en-IN" sz="2800" u="none" cap="none" strike="noStrike">
                <a:solidFill>
                  <a:schemeClr val="dk2"/>
                </a:solidFill>
                <a:latin typeface="Arial"/>
                <a:ea typeface="Arial"/>
                <a:cs typeface="Arial"/>
                <a:sym typeface="Arial"/>
              </a:rPr>
              <a:t>M SGT</a:t>
            </a:r>
            <a:endParaRPr b="0" i="0" sz="1050" u="none" cap="none" strike="noStrike">
              <a:solidFill>
                <a:schemeClr val="dk2"/>
              </a:solidFill>
              <a:latin typeface="Arial"/>
              <a:ea typeface="Arial"/>
              <a:cs typeface="Arial"/>
              <a:sym typeface="Arial"/>
            </a:endParaRPr>
          </a:p>
        </p:txBody>
      </p:sp>
      <p:sp>
        <p:nvSpPr>
          <p:cNvPr id="162" name="Google Shape;162;p50"/>
          <p:cNvSpPr txBox="1"/>
          <p:nvPr/>
        </p:nvSpPr>
        <p:spPr>
          <a:xfrm>
            <a:off x="-602636" y="5257380"/>
            <a:ext cx="10808400" cy="431100"/>
          </a:xfrm>
          <a:prstGeom prst="rect">
            <a:avLst/>
          </a:prstGeom>
          <a:noFill/>
          <a:ln>
            <a:noFill/>
          </a:ln>
        </p:spPr>
        <p:txBody>
          <a:bodyPr anchorCtr="0" anchor="t" bIns="0" lIns="0" spcFirstLastPara="1" rIns="0" wrap="square" tIns="0">
            <a:spAutoFit/>
          </a:bodyPr>
          <a:lstStyle/>
          <a:p>
            <a:pPr indent="0" lvl="0" marL="0" marR="0" rtl="0" algn="ctr">
              <a:lnSpc>
                <a:spcPct val="110526"/>
              </a:lnSpc>
              <a:spcBef>
                <a:spcPts val="0"/>
              </a:spcBef>
              <a:spcAft>
                <a:spcPts val="0"/>
              </a:spcAft>
              <a:buClr>
                <a:srgbClr val="000000"/>
              </a:buClr>
              <a:buSzPts val="2800"/>
              <a:buFont typeface="Arial"/>
              <a:buNone/>
            </a:pPr>
            <a:r>
              <a:rPr b="0" i="0" lang="en-IN" sz="2800" u="none" cap="none" strike="noStrike">
                <a:solidFill>
                  <a:schemeClr val="dk2"/>
                </a:solidFill>
                <a:latin typeface="Arial"/>
                <a:ea typeface="Arial"/>
                <a:cs typeface="Arial"/>
                <a:sym typeface="Arial"/>
              </a:rPr>
              <a:t>Introduction to ANN</a:t>
            </a:r>
            <a:endParaRPr b="0" i="0" sz="1050" u="none" cap="none" strike="noStrike">
              <a:solidFill>
                <a:schemeClr val="dk2"/>
              </a:solidFill>
              <a:latin typeface="Arial"/>
              <a:ea typeface="Arial"/>
              <a:cs typeface="Arial"/>
              <a:sym typeface="Arial"/>
            </a:endParaRPr>
          </a:p>
        </p:txBody>
      </p:sp>
      <p:pic>
        <p:nvPicPr>
          <p:cNvPr id="163" name="Google Shape;163;p50"/>
          <p:cNvPicPr preferRelativeResize="0"/>
          <p:nvPr/>
        </p:nvPicPr>
        <p:blipFill rotWithShape="1">
          <a:blip r:embed="rId3">
            <a:alphaModFix amt="35000"/>
          </a:blip>
          <a:srcRect b="0" l="14365" r="15804" t="0"/>
          <a:stretch/>
        </p:blipFill>
        <p:spPr>
          <a:xfrm>
            <a:off x="9914021" y="576973"/>
            <a:ext cx="8373978" cy="7720853"/>
          </a:xfrm>
          <a:prstGeom prst="snip2DiagRect">
            <a:avLst>
              <a:gd fmla="val 0" name="adj1"/>
              <a:gd fmla="val 16667" name="adj2"/>
            </a:avLst>
          </a:prstGeom>
          <a:noFill/>
          <a:ln>
            <a:noFill/>
          </a:ln>
        </p:spPr>
      </p:pic>
      <p:pic>
        <p:nvPicPr>
          <p:cNvPr id="164" name="Google Shape;164;p50"/>
          <p:cNvPicPr preferRelativeResize="0"/>
          <p:nvPr/>
        </p:nvPicPr>
        <p:blipFill rotWithShape="1">
          <a:blip r:embed="rId3">
            <a:alphaModFix amt="85000"/>
          </a:blip>
          <a:srcRect b="0" l="14365" r="15804" t="0"/>
          <a:stretch/>
        </p:blipFill>
        <p:spPr>
          <a:xfrm>
            <a:off x="10282105" y="774219"/>
            <a:ext cx="7739742" cy="7679537"/>
          </a:xfrm>
          <a:prstGeom prst="snip2DiagRect">
            <a:avLst>
              <a:gd fmla="val 0" name="adj1"/>
              <a:gd fmla="val 16667" name="adj2"/>
            </a:avLst>
          </a:prstGeom>
          <a:noFill/>
          <a:ln>
            <a:noFill/>
          </a:ln>
          <a:effectLst>
            <a:outerShdw blurRad="149987" algn="ctr" dir="8460000" dist="250190">
              <a:srgbClr val="000000">
                <a:alpha val="21568"/>
              </a:srgbClr>
            </a:outerShdw>
          </a:effectLst>
        </p:spPr>
      </p:pic>
      <p:sp>
        <p:nvSpPr>
          <p:cNvPr id="165" name="Google Shape;165;p50"/>
          <p:cNvSpPr txBox="1"/>
          <p:nvPr/>
        </p:nvSpPr>
        <p:spPr>
          <a:xfrm>
            <a:off x="516591" y="3515793"/>
            <a:ext cx="8866370" cy="83099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IN" sz="4000" u="none" cap="none" strike="noStrike">
                <a:solidFill>
                  <a:schemeClr val="dk2"/>
                </a:solidFill>
                <a:latin typeface="Arial"/>
                <a:ea typeface="Arial"/>
                <a:cs typeface="Arial"/>
                <a:sym typeface="Arial"/>
              </a:rPr>
              <a:t>Full Stack Development With AI</a:t>
            </a:r>
            <a:endParaRPr b="0" i="0" sz="40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nvGrpSpPr>
          <p:cNvPr id="166" name="Google Shape;166;p50"/>
          <p:cNvGrpSpPr/>
          <p:nvPr/>
        </p:nvGrpSpPr>
        <p:grpSpPr>
          <a:xfrm>
            <a:off x="4124729" y="6079341"/>
            <a:ext cx="1015341" cy="1015341"/>
            <a:chOff x="3846621" y="4757055"/>
            <a:chExt cx="1015341" cy="1015341"/>
          </a:xfrm>
        </p:grpSpPr>
        <p:sp>
          <p:nvSpPr>
            <p:cNvPr id="167" name="Google Shape;167;p50"/>
            <p:cNvSpPr/>
            <p:nvPr/>
          </p:nvSpPr>
          <p:spPr>
            <a:xfrm>
              <a:off x="3846621" y="4757055"/>
              <a:ext cx="1015341" cy="101534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Online meeting with solid fill" id="168" name="Google Shape;168;p50"/>
            <p:cNvPicPr preferRelativeResize="0"/>
            <p:nvPr/>
          </p:nvPicPr>
          <p:blipFill rotWithShape="1">
            <a:blip r:embed="rId4">
              <a:alphaModFix/>
            </a:blip>
            <a:srcRect b="0" l="0" r="0" t="0"/>
            <a:stretch/>
          </p:blipFill>
          <p:spPr>
            <a:xfrm>
              <a:off x="4023108" y="4961474"/>
              <a:ext cx="705907" cy="705907"/>
            </a:xfrm>
            <a:prstGeom prst="rect">
              <a:avLst/>
            </a:prstGeom>
            <a:noFill/>
            <a:ln>
              <a:noFill/>
            </a:ln>
          </p:spPr>
        </p:pic>
      </p:grpSp>
      <p:pic>
        <p:nvPicPr>
          <p:cNvPr descr="Graphical user interface, text&#10;&#10;Description automatically generated" id="169" name="Google Shape;169;p50"/>
          <p:cNvPicPr preferRelativeResize="0"/>
          <p:nvPr/>
        </p:nvPicPr>
        <p:blipFill rotWithShape="1">
          <a:blip r:embed="rId5">
            <a:alphaModFix/>
          </a:blip>
          <a:srcRect b="0" l="0" r="0" t="0"/>
          <a:stretch/>
        </p:blipFill>
        <p:spPr>
          <a:xfrm>
            <a:off x="12657940" y="9016027"/>
            <a:ext cx="5167183" cy="9052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Graphical user interface, text&#10;&#10;Description automatically generated" id="175" name="Google Shape;175;p26"/>
          <p:cNvPicPr preferRelativeResize="0"/>
          <p:nvPr/>
        </p:nvPicPr>
        <p:blipFill rotWithShape="1">
          <a:blip r:embed="rId3">
            <a:alphaModFix/>
          </a:blip>
          <a:srcRect b="0" l="0" r="0" t="0"/>
          <a:stretch/>
        </p:blipFill>
        <p:spPr>
          <a:xfrm>
            <a:off x="13949796" y="9299432"/>
            <a:ext cx="4195571" cy="858498"/>
          </a:xfrm>
          <a:prstGeom prst="rect">
            <a:avLst/>
          </a:prstGeom>
          <a:noFill/>
          <a:ln>
            <a:noFill/>
          </a:ln>
        </p:spPr>
      </p:pic>
      <p:sp>
        <p:nvSpPr>
          <p:cNvPr id="176" name="Google Shape;176;p26"/>
          <p:cNvSpPr txBox="1"/>
          <p:nvPr/>
        </p:nvSpPr>
        <p:spPr>
          <a:xfrm>
            <a:off x="1236700" y="3541425"/>
            <a:ext cx="16189500" cy="218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500"/>
              <a:buFont typeface="Arial"/>
              <a:buNone/>
            </a:pPr>
            <a:r>
              <a:rPr b="1" i="0" lang="en-IN" sz="6500" u="none" cap="none" strike="noStrike">
                <a:solidFill>
                  <a:schemeClr val="dk2"/>
                </a:solidFill>
                <a:latin typeface="Calibri"/>
                <a:ea typeface="Calibri"/>
                <a:cs typeface="Calibri"/>
                <a:sym typeface="Calibri"/>
              </a:rPr>
              <a:t>Introduction to ANN</a:t>
            </a:r>
            <a:endParaRPr b="1" i="0" sz="6500" u="none" cap="none" strike="noStrike">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7c4aa98cea_0_0"/>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1905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Agenda</a:t>
            </a:r>
            <a:endParaRPr sz="7300"/>
          </a:p>
        </p:txBody>
      </p:sp>
      <p:pic>
        <p:nvPicPr>
          <p:cNvPr descr="Graphical user interface, text&#10;&#10;Description automatically generated" id="183" name="Google Shape;183;g37c4aa98cea_0_0"/>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184" name="Google Shape;184;g37c4aa98cea_0_0"/>
          <p:cNvSpPr txBox="1"/>
          <p:nvPr/>
        </p:nvSpPr>
        <p:spPr>
          <a:xfrm>
            <a:off x="724825" y="1700550"/>
            <a:ext cx="16754700" cy="7332000"/>
          </a:xfrm>
          <a:prstGeom prst="rect">
            <a:avLst/>
          </a:prstGeom>
          <a:noFill/>
          <a:ln>
            <a:noFill/>
          </a:ln>
        </p:spPr>
        <p:txBody>
          <a:bodyPr anchorCtr="0" anchor="t" bIns="91425" lIns="91425" spcFirstLastPara="1" rIns="91425" wrap="square" tIns="91425">
            <a:noAutofit/>
          </a:bodyPr>
          <a:lstStyle/>
          <a:p>
            <a:pPr indent="-457200" lvl="0" marL="457200" marR="0" rtl="0" algn="l">
              <a:lnSpc>
                <a:spcPct val="100000"/>
              </a:lnSpc>
              <a:spcBef>
                <a:spcPts val="0"/>
              </a:spcBef>
              <a:spcAft>
                <a:spcPts val="0"/>
              </a:spcAft>
              <a:buClr>
                <a:schemeClr val="dk1"/>
              </a:buClr>
              <a:buSzPts val="6000"/>
              <a:buFont typeface="Calibri"/>
              <a:buChar char="●"/>
            </a:pPr>
            <a:r>
              <a:rPr b="0" i="0" lang="en-IN" sz="6000" u="none" cap="none" strike="noStrike">
                <a:solidFill>
                  <a:schemeClr val="dk1"/>
                </a:solidFill>
                <a:latin typeface="Calibri"/>
                <a:ea typeface="Calibri"/>
                <a:cs typeface="Calibri"/>
                <a:sym typeface="Calibri"/>
              </a:rPr>
              <a:t>Artificial Neural Network</a:t>
            </a:r>
            <a:endParaRPr b="0" i="0" sz="60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6000"/>
              <a:buFont typeface="Calibri"/>
              <a:buChar char="●"/>
            </a:pPr>
            <a:r>
              <a:rPr b="0" i="0" lang="en-IN" sz="6000" u="none" cap="none" strike="noStrike">
                <a:solidFill>
                  <a:schemeClr val="dk1"/>
                </a:solidFill>
                <a:latin typeface="Calibri"/>
                <a:ea typeface="Calibri"/>
                <a:cs typeface="Calibri"/>
                <a:sym typeface="Calibri"/>
              </a:rPr>
              <a:t>Neuron in ANN</a:t>
            </a:r>
            <a:endParaRPr b="0" i="0" sz="60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6000"/>
              <a:buFont typeface="Calibri"/>
              <a:buChar char="●"/>
            </a:pPr>
            <a:r>
              <a:rPr b="0" i="0" lang="en-IN" sz="6000" u="none" cap="none" strike="noStrike">
                <a:solidFill>
                  <a:schemeClr val="dk1"/>
                </a:solidFill>
                <a:latin typeface="Calibri"/>
                <a:ea typeface="Calibri"/>
                <a:cs typeface="Calibri"/>
                <a:sym typeface="Calibri"/>
              </a:rPr>
              <a:t>Activation Functions</a:t>
            </a:r>
            <a:endParaRPr b="0" i="0" sz="60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6000"/>
              <a:buFont typeface="Calibri"/>
              <a:buChar char="●"/>
            </a:pPr>
            <a:r>
              <a:rPr b="0" i="0" lang="en-IN" sz="6000" u="none" cap="none" strike="noStrike">
                <a:solidFill>
                  <a:schemeClr val="dk1"/>
                </a:solidFill>
                <a:latin typeface="Calibri"/>
                <a:ea typeface="Calibri"/>
                <a:cs typeface="Calibri"/>
                <a:sym typeface="Calibri"/>
              </a:rPr>
              <a:t>Single Layer NN</a:t>
            </a:r>
            <a:endParaRPr b="0" i="0" sz="60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6000"/>
              <a:buFont typeface="Calibri"/>
              <a:buChar char="●"/>
            </a:pPr>
            <a:r>
              <a:rPr b="0" i="0" lang="en-IN" sz="6000" u="none" cap="none" strike="noStrike">
                <a:solidFill>
                  <a:schemeClr val="dk1"/>
                </a:solidFill>
                <a:latin typeface="Calibri"/>
                <a:ea typeface="Calibri"/>
                <a:cs typeface="Calibri"/>
                <a:sym typeface="Calibri"/>
              </a:rPr>
              <a:t>Multi Layer NN</a:t>
            </a:r>
            <a:endParaRPr b="0" i="0" sz="6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97e205f280_0_5"/>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Artificial Neural Network</a:t>
            </a:r>
            <a:endParaRPr sz="7300"/>
          </a:p>
        </p:txBody>
      </p:sp>
      <p:pic>
        <p:nvPicPr>
          <p:cNvPr descr="Graphical user interface, text&#10;&#10;Description automatically generated" id="191" name="Google Shape;191;g397e205f280_0_5"/>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192" name="Google Shape;192;g397e205f280_0_5"/>
          <p:cNvSpPr txBox="1"/>
          <p:nvPr/>
        </p:nvSpPr>
        <p:spPr>
          <a:xfrm>
            <a:off x="724825" y="1700550"/>
            <a:ext cx="16754700" cy="7332000"/>
          </a:xfrm>
          <a:prstGeom prst="rect">
            <a:avLst/>
          </a:prstGeom>
          <a:noFill/>
          <a:ln>
            <a:noFill/>
          </a:ln>
        </p:spPr>
        <p:txBody>
          <a:bodyPr anchorCtr="0" anchor="t" bIns="91425" lIns="91425" spcFirstLastPara="1" rIns="91425" wrap="square" tIns="91425">
            <a:noAutofit/>
          </a:bodyPr>
          <a:lstStyle/>
          <a:p>
            <a:pPr indent="-457200" lvl="0" marL="457200" marR="0" rtl="0" algn="l">
              <a:lnSpc>
                <a:spcPct val="100000"/>
              </a:lnSpc>
              <a:spcBef>
                <a:spcPts val="0"/>
              </a:spcBef>
              <a:spcAft>
                <a:spcPts val="0"/>
              </a:spcAft>
              <a:buClr>
                <a:schemeClr val="dk1"/>
              </a:buClr>
              <a:buSzPts val="6000"/>
              <a:buFont typeface="Calibri"/>
              <a:buChar char="●"/>
            </a:pPr>
            <a:r>
              <a:rPr b="0" i="0" lang="en-IN" sz="6000" u="none" cap="none" strike="noStrike">
                <a:solidFill>
                  <a:schemeClr val="dk1"/>
                </a:solidFill>
                <a:latin typeface="Calibri"/>
                <a:ea typeface="Calibri"/>
                <a:cs typeface="Calibri"/>
                <a:sym typeface="Calibri"/>
              </a:rPr>
              <a:t>Artificial Neural Networks (ANNs) are computer systems designed to mimic how the human brain processes information.</a:t>
            </a:r>
            <a:endParaRPr b="0" i="0" sz="60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6000"/>
              <a:buFont typeface="Calibri"/>
              <a:buChar char="●"/>
            </a:pPr>
            <a:r>
              <a:rPr b="0" i="0" lang="en-IN" sz="6000" u="none" cap="none" strike="noStrike">
                <a:solidFill>
                  <a:schemeClr val="dk1"/>
                </a:solidFill>
                <a:latin typeface="Calibri"/>
                <a:ea typeface="Calibri"/>
                <a:cs typeface="Calibri"/>
                <a:sym typeface="Calibri"/>
              </a:rPr>
              <a:t>These networks consist of layers of interconnected neurons that work together to solve complex problems</a:t>
            </a:r>
            <a:endParaRPr b="0" i="0" sz="6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9cfe262b6d_0_121"/>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Neural Network</a:t>
            </a:r>
            <a:endParaRPr sz="7300"/>
          </a:p>
        </p:txBody>
      </p:sp>
      <p:pic>
        <p:nvPicPr>
          <p:cNvPr descr="Graphical user interface, text&#10;&#10;Description automatically generated" id="199" name="Google Shape;199;g39cfe262b6d_0_121"/>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pic>
        <p:nvPicPr>
          <p:cNvPr id="200" name="Google Shape;200;g39cfe262b6d_0_121" title="Neural-Networks-Architecture.png"/>
          <p:cNvPicPr preferRelativeResize="0"/>
          <p:nvPr/>
        </p:nvPicPr>
        <p:blipFill rotWithShape="1">
          <a:blip r:embed="rId4">
            <a:alphaModFix/>
          </a:blip>
          <a:srcRect b="0" l="0" r="0" t="0"/>
          <a:stretch/>
        </p:blipFill>
        <p:spPr>
          <a:xfrm>
            <a:off x="3364313" y="1830328"/>
            <a:ext cx="11559376" cy="72824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9cfe262b6d_0_2"/>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Artificial Neural Network</a:t>
            </a:r>
            <a:endParaRPr sz="7300"/>
          </a:p>
        </p:txBody>
      </p:sp>
      <p:pic>
        <p:nvPicPr>
          <p:cNvPr descr="Graphical user interface, text&#10;&#10;Description automatically generated" id="207" name="Google Shape;207;g39cfe262b6d_0_2"/>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pic>
        <p:nvPicPr>
          <p:cNvPr id="208" name="Google Shape;208;g39cfe262b6d_0_2" title="Artificial_neuron_structure.png"/>
          <p:cNvPicPr preferRelativeResize="0"/>
          <p:nvPr/>
        </p:nvPicPr>
        <p:blipFill rotWithShape="1">
          <a:blip r:embed="rId4">
            <a:alphaModFix/>
          </a:blip>
          <a:srcRect b="0" l="0" r="0" t="0"/>
          <a:stretch/>
        </p:blipFill>
        <p:spPr>
          <a:xfrm>
            <a:off x="851700" y="1833174"/>
            <a:ext cx="14869699" cy="7289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9d10fa0b18_0_8"/>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Terminologies</a:t>
            </a:r>
            <a:endParaRPr sz="7300"/>
          </a:p>
        </p:txBody>
      </p:sp>
      <p:pic>
        <p:nvPicPr>
          <p:cNvPr descr="Graphical user interface, text&#10;&#10;Description automatically generated" id="215" name="Google Shape;215;g39d10fa0b18_0_8"/>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graphicFrame>
        <p:nvGraphicFramePr>
          <p:cNvPr id="216" name="Google Shape;216;g39d10fa0b18_0_8"/>
          <p:cNvGraphicFramePr/>
          <p:nvPr/>
        </p:nvGraphicFramePr>
        <p:xfrm>
          <a:off x="675025" y="1956425"/>
          <a:ext cx="3000000" cy="3000000"/>
        </p:xfrm>
        <a:graphic>
          <a:graphicData uri="http://schemas.openxmlformats.org/drawingml/2006/table">
            <a:tbl>
              <a:tblPr>
                <a:noFill/>
                <a:tableStyleId>{6A3423F0-C531-4ABC-A8E4-D0603B28CFAF}</a:tableStyleId>
              </a:tblPr>
              <a:tblGrid>
                <a:gridCol w="2575200"/>
                <a:gridCol w="14362750"/>
              </a:tblGrid>
              <a:tr h="740625">
                <a:tc>
                  <a:txBody>
                    <a:bodyPr/>
                    <a:lstStyle/>
                    <a:p>
                      <a:pPr indent="0" lvl="0" marL="0" marR="0" rtl="0" algn="l">
                        <a:lnSpc>
                          <a:spcPct val="115000"/>
                        </a:lnSpc>
                        <a:spcBef>
                          <a:spcPts val="0"/>
                        </a:spcBef>
                        <a:spcAft>
                          <a:spcPts val="0"/>
                        </a:spcAft>
                        <a:buClr>
                          <a:srgbClr val="000000"/>
                        </a:buClr>
                        <a:buSzPts val="3900"/>
                        <a:buFont typeface="Arial"/>
                        <a:buNone/>
                      </a:pPr>
                      <a:r>
                        <a:rPr b="1" lang="en-IN" sz="3900" u="none" cap="none" strike="noStrike">
                          <a:solidFill>
                            <a:srgbClr val="1B1C1D"/>
                          </a:solidFill>
                          <a:latin typeface="Calibri"/>
                          <a:ea typeface="Calibri"/>
                          <a:cs typeface="Calibri"/>
                          <a:sym typeface="Calibri"/>
                        </a:rPr>
                        <a:t>Term</a:t>
                      </a:r>
                      <a:endParaRPr b="1" sz="3900" u="none" cap="none" strike="noStrike">
                        <a:solidFill>
                          <a:srgbClr val="1B1C1D"/>
                        </a:solidFill>
                        <a:latin typeface="Calibri"/>
                        <a:ea typeface="Calibri"/>
                        <a:cs typeface="Calibri"/>
                        <a:sym typeface="Calibri"/>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c>
                  <a:txBody>
                    <a:bodyPr/>
                    <a:lstStyle/>
                    <a:p>
                      <a:pPr indent="0" lvl="0" marL="0" marR="0" rtl="0" algn="l">
                        <a:lnSpc>
                          <a:spcPct val="115000"/>
                        </a:lnSpc>
                        <a:spcBef>
                          <a:spcPts val="0"/>
                        </a:spcBef>
                        <a:spcAft>
                          <a:spcPts val="0"/>
                        </a:spcAft>
                        <a:buClr>
                          <a:srgbClr val="000000"/>
                        </a:buClr>
                        <a:buSzPts val="3900"/>
                        <a:buFont typeface="Arial"/>
                        <a:buNone/>
                      </a:pPr>
                      <a:r>
                        <a:rPr b="1" lang="en-IN" sz="3900" u="none" cap="none" strike="noStrike">
                          <a:solidFill>
                            <a:srgbClr val="1B1C1D"/>
                          </a:solidFill>
                          <a:latin typeface="Calibri"/>
                          <a:ea typeface="Calibri"/>
                          <a:cs typeface="Calibri"/>
                          <a:sym typeface="Calibri"/>
                        </a:rPr>
                        <a:t>Definition</a:t>
                      </a:r>
                      <a:endParaRPr b="1" sz="3900" u="none" cap="none" strike="noStrike">
                        <a:solidFill>
                          <a:srgbClr val="1B1C1D"/>
                        </a:solidFill>
                        <a:latin typeface="Calibri"/>
                        <a:ea typeface="Calibri"/>
                        <a:cs typeface="Calibri"/>
                        <a:sym typeface="Calibri"/>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r>
              <a:tr h="1333100">
                <a:tc>
                  <a:txBody>
                    <a:bodyPr/>
                    <a:lstStyle/>
                    <a:p>
                      <a:pPr indent="0" lvl="0" marL="0" marR="0" rtl="0" algn="l">
                        <a:lnSpc>
                          <a:spcPct val="115000"/>
                        </a:lnSpc>
                        <a:spcBef>
                          <a:spcPts val="0"/>
                        </a:spcBef>
                        <a:spcAft>
                          <a:spcPts val="0"/>
                        </a:spcAft>
                        <a:buClr>
                          <a:srgbClr val="000000"/>
                        </a:buClr>
                        <a:buSzPts val="3900"/>
                        <a:buFont typeface="Arial"/>
                        <a:buNone/>
                      </a:pPr>
                      <a:r>
                        <a:rPr b="1" lang="en-IN" sz="3900" u="none" cap="none" strike="noStrike">
                          <a:solidFill>
                            <a:srgbClr val="1B1C1D"/>
                          </a:solidFill>
                          <a:latin typeface="Calibri"/>
                          <a:ea typeface="Calibri"/>
                          <a:cs typeface="Calibri"/>
                          <a:sym typeface="Calibri"/>
                        </a:rPr>
                        <a:t>Neuron</a:t>
                      </a:r>
                      <a:r>
                        <a:rPr lang="en-IN" sz="3900" u="none" cap="none" strike="noStrike">
                          <a:solidFill>
                            <a:srgbClr val="1B1C1D"/>
                          </a:solidFill>
                          <a:latin typeface="Calibri"/>
                          <a:ea typeface="Calibri"/>
                          <a:cs typeface="Calibri"/>
                          <a:sym typeface="Calibri"/>
                        </a:rPr>
                        <a:t> (or </a:t>
                      </a:r>
                      <a:r>
                        <a:rPr b="1" lang="en-IN" sz="3900" u="none" cap="none" strike="noStrike">
                          <a:solidFill>
                            <a:srgbClr val="1B1C1D"/>
                          </a:solidFill>
                          <a:latin typeface="Calibri"/>
                          <a:ea typeface="Calibri"/>
                          <a:cs typeface="Calibri"/>
                          <a:sym typeface="Calibri"/>
                        </a:rPr>
                        <a:t>Node</a:t>
                      </a:r>
                      <a:r>
                        <a:rPr lang="en-IN" sz="3900" u="none" cap="none" strike="noStrike">
                          <a:solidFill>
                            <a:srgbClr val="1B1C1D"/>
                          </a:solidFill>
                          <a:latin typeface="Calibri"/>
                          <a:ea typeface="Calibri"/>
                          <a:cs typeface="Calibri"/>
                          <a:sym typeface="Calibri"/>
                        </a:rPr>
                        <a:t>)</a:t>
                      </a:r>
                      <a:endParaRPr sz="3900" u="none" cap="none" strike="noStrike">
                        <a:solidFill>
                          <a:srgbClr val="1B1C1D"/>
                        </a:solidFill>
                        <a:latin typeface="Calibri"/>
                        <a:ea typeface="Calibri"/>
                        <a:cs typeface="Calibri"/>
                        <a:sym typeface="Calibri"/>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900"/>
                        <a:buFont typeface="Arial"/>
                        <a:buNone/>
                      </a:pPr>
                      <a:r>
                        <a:rPr lang="en-IN" sz="3900" u="none" cap="none" strike="noStrike">
                          <a:solidFill>
                            <a:srgbClr val="1B1C1D"/>
                          </a:solidFill>
                          <a:latin typeface="Calibri"/>
                          <a:ea typeface="Calibri"/>
                          <a:cs typeface="Calibri"/>
                          <a:sym typeface="Calibri"/>
                        </a:rPr>
                        <a:t>The basic processing unit of an ANN, analogous to a biological neuron. It receives inputs, processes them, and passes the result (output) to the next layer.</a:t>
                      </a:r>
                      <a:endParaRPr sz="3900" u="none" cap="none" strike="noStrike">
                        <a:solidFill>
                          <a:srgbClr val="1B1C1D"/>
                        </a:solidFill>
                        <a:latin typeface="Calibri"/>
                        <a:ea typeface="Calibri"/>
                        <a:cs typeface="Calibri"/>
                        <a:sym typeface="Calibri"/>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1333100">
                <a:tc>
                  <a:txBody>
                    <a:bodyPr/>
                    <a:lstStyle/>
                    <a:p>
                      <a:pPr indent="0" lvl="0" marL="0" marR="0" rtl="0" algn="l">
                        <a:lnSpc>
                          <a:spcPct val="115000"/>
                        </a:lnSpc>
                        <a:spcBef>
                          <a:spcPts val="0"/>
                        </a:spcBef>
                        <a:spcAft>
                          <a:spcPts val="0"/>
                        </a:spcAft>
                        <a:buClr>
                          <a:srgbClr val="000000"/>
                        </a:buClr>
                        <a:buSzPts val="3900"/>
                        <a:buFont typeface="Arial"/>
                        <a:buNone/>
                      </a:pPr>
                      <a:r>
                        <a:rPr b="1" lang="en-IN" sz="3900" u="none" cap="none" strike="noStrike">
                          <a:solidFill>
                            <a:srgbClr val="1B1C1D"/>
                          </a:solidFill>
                          <a:latin typeface="Calibri"/>
                          <a:ea typeface="Calibri"/>
                          <a:cs typeface="Calibri"/>
                          <a:sym typeface="Calibri"/>
                        </a:rPr>
                        <a:t>Layer</a:t>
                      </a:r>
                      <a:endParaRPr b="1" sz="3900" u="none" cap="none" strike="noStrike">
                        <a:solidFill>
                          <a:srgbClr val="1B1C1D"/>
                        </a:solidFill>
                        <a:latin typeface="Calibri"/>
                        <a:ea typeface="Calibri"/>
                        <a:cs typeface="Calibri"/>
                        <a:sym typeface="Calibri"/>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900"/>
                        <a:buFont typeface="Arial"/>
                        <a:buNone/>
                      </a:pPr>
                      <a:r>
                        <a:rPr lang="en-IN" sz="3900" u="none" cap="none" strike="noStrike">
                          <a:solidFill>
                            <a:srgbClr val="1B1C1D"/>
                          </a:solidFill>
                          <a:latin typeface="Calibri"/>
                          <a:ea typeface="Calibri"/>
                          <a:cs typeface="Calibri"/>
                          <a:sym typeface="Calibri"/>
                        </a:rPr>
                        <a:t>A collection of neurons organized together. ANNs typically have three types of layers: </a:t>
                      </a:r>
                      <a:r>
                        <a:rPr b="1" lang="en-IN" sz="3900" u="none" cap="none" strike="noStrike">
                          <a:solidFill>
                            <a:srgbClr val="1B1C1D"/>
                          </a:solidFill>
                          <a:latin typeface="Calibri"/>
                          <a:ea typeface="Calibri"/>
                          <a:cs typeface="Calibri"/>
                          <a:sym typeface="Calibri"/>
                        </a:rPr>
                        <a:t>Input Layer</a:t>
                      </a:r>
                      <a:r>
                        <a:rPr lang="en-IN" sz="3900" u="none" cap="none" strike="noStrike">
                          <a:solidFill>
                            <a:srgbClr val="1B1C1D"/>
                          </a:solidFill>
                          <a:latin typeface="Calibri"/>
                          <a:ea typeface="Calibri"/>
                          <a:cs typeface="Calibri"/>
                          <a:sym typeface="Calibri"/>
                        </a:rPr>
                        <a:t>, </a:t>
                      </a:r>
                      <a:r>
                        <a:rPr b="1" lang="en-IN" sz="3900" u="none" cap="none" strike="noStrike">
                          <a:solidFill>
                            <a:srgbClr val="1B1C1D"/>
                          </a:solidFill>
                          <a:latin typeface="Calibri"/>
                          <a:ea typeface="Calibri"/>
                          <a:cs typeface="Calibri"/>
                          <a:sym typeface="Calibri"/>
                        </a:rPr>
                        <a:t>Hidden Layer(s)</a:t>
                      </a:r>
                      <a:r>
                        <a:rPr lang="en-IN" sz="3900" u="none" cap="none" strike="noStrike">
                          <a:solidFill>
                            <a:srgbClr val="1B1C1D"/>
                          </a:solidFill>
                          <a:latin typeface="Calibri"/>
                          <a:ea typeface="Calibri"/>
                          <a:cs typeface="Calibri"/>
                          <a:sym typeface="Calibri"/>
                        </a:rPr>
                        <a:t>, and </a:t>
                      </a:r>
                      <a:r>
                        <a:rPr b="1" lang="en-IN" sz="3900" u="none" cap="none" strike="noStrike">
                          <a:solidFill>
                            <a:srgbClr val="1B1C1D"/>
                          </a:solidFill>
                          <a:latin typeface="Calibri"/>
                          <a:ea typeface="Calibri"/>
                          <a:cs typeface="Calibri"/>
                          <a:sym typeface="Calibri"/>
                        </a:rPr>
                        <a:t>Output Layer</a:t>
                      </a:r>
                      <a:r>
                        <a:rPr lang="en-IN" sz="3900" u="none" cap="none" strike="noStrike">
                          <a:solidFill>
                            <a:srgbClr val="1B1C1D"/>
                          </a:solidFill>
                          <a:latin typeface="Calibri"/>
                          <a:ea typeface="Calibri"/>
                          <a:cs typeface="Calibri"/>
                          <a:sym typeface="Calibri"/>
                        </a:rPr>
                        <a:t>.</a:t>
                      </a:r>
                      <a:endParaRPr sz="3900" u="none" cap="none" strike="noStrike">
                        <a:solidFill>
                          <a:srgbClr val="1B1C1D"/>
                        </a:solidFill>
                        <a:latin typeface="Calibri"/>
                        <a:ea typeface="Calibri"/>
                        <a:cs typeface="Calibri"/>
                        <a:sym typeface="Calibri"/>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740625">
                <a:tc>
                  <a:txBody>
                    <a:bodyPr/>
                    <a:lstStyle/>
                    <a:p>
                      <a:pPr indent="0" lvl="0" marL="0" marR="0" rtl="0" algn="l">
                        <a:lnSpc>
                          <a:spcPct val="115000"/>
                        </a:lnSpc>
                        <a:spcBef>
                          <a:spcPts val="0"/>
                        </a:spcBef>
                        <a:spcAft>
                          <a:spcPts val="0"/>
                        </a:spcAft>
                        <a:buClr>
                          <a:srgbClr val="000000"/>
                        </a:buClr>
                        <a:buSzPts val="3900"/>
                        <a:buFont typeface="Arial"/>
                        <a:buNone/>
                      </a:pPr>
                      <a:r>
                        <a:rPr b="1" lang="en-IN" sz="3900" u="none" cap="none" strike="noStrike">
                          <a:solidFill>
                            <a:srgbClr val="1B1C1D"/>
                          </a:solidFill>
                          <a:latin typeface="Calibri"/>
                          <a:ea typeface="Calibri"/>
                          <a:cs typeface="Calibri"/>
                          <a:sym typeface="Calibri"/>
                        </a:rPr>
                        <a:t>Input Layer</a:t>
                      </a:r>
                      <a:endParaRPr b="1" sz="3900" u="none" cap="none" strike="noStrike">
                        <a:solidFill>
                          <a:srgbClr val="1B1C1D"/>
                        </a:solidFill>
                        <a:latin typeface="Calibri"/>
                        <a:ea typeface="Calibri"/>
                        <a:cs typeface="Calibri"/>
                        <a:sym typeface="Calibri"/>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900"/>
                        <a:buFont typeface="Arial"/>
                        <a:buNone/>
                      </a:pPr>
                      <a:r>
                        <a:rPr lang="en-IN" sz="3900" u="none" cap="none" strike="noStrike">
                          <a:solidFill>
                            <a:srgbClr val="1B1C1D"/>
                          </a:solidFill>
                          <a:latin typeface="Calibri"/>
                          <a:ea typeface="Calibri"/>
                          <a:cs typeface="Calibri"/>
                          <a:sym typeface="Calibri"/>
                        </a:rPr>
                        <a:t>The first layer of the network; it receives the raw data input.</a:t>
                      </a:r>
                      <a:endParaRPr sz="3900" u="none" cap="none" strike="noStrike">
                        <a:solidFill>
                          <a:srgbClr val="1B1C1D"/>
                        </a:solidFill>
                        <a:latin typeface="Calibri"/>
                        <a:ea typeface="Calibri"/>
                        <a:cs typeface="Calibri"/>
                        <a:sym typeface="Calibri"/>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9d10fa0b18_0_17"/>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Terminologies</a:t>
            </a:r>
            <a:endParaRPr sz="7300"/>
          </a:p>
        </p:txBody>
      </p:sp>
      <p:pic>
        <p:nvPicPr>
          <p:cNvPr descr="Graphical user interface, text&#10;&#10;Description automatically generated" id="223" name="Google Shape;223;g39d10fa0b18_0_17"/>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graphicFrame>
        <p:nvGraphicFramePr>
          <p:cNvPr id="224" name="Google Shape;224;g39d10fa0b18_0_17"/>
          <p:cNvGraphicFramePr/>
          <p:nvPr/>
        </p:nvGraphicFramePr>
        <p:xfrm>
          <a:off x="851700" y="1790700"/>
          <a:ext cx="3000000" cy="3000000"/>
        </p:xfrm>
        <a:graphic>
          <a:graphicData uri="http://schemas.openxmlformats.org/drawingml/2006/table">
            <a:tbl>
              <a:tblPr>
                <a:noFill/>
                <a:tableStyleId>{6A3423F0-C531-4ABC-A8E4-D0603B28CFAF}</a:tableStyleId>
              </a:tblPr>
              <a:tblGrid>
                <a:gridCol w="2570900"/>
                <a:gridCol w="14338925"/>
              </a:tblGrid>
              <a:tr h="653525">
                <a:tc>
                  <a:txBody>
                    <a:bodyPr/>
                    <a:lstStyle/>
                    <a:p>
                      <a:pPr indent="0" lvl="0" marL="0" marR="0" rtl="0" algn="l">
                        <a:lnSpc>
                          <a:spcPct val="115000"/>
                        </a:lnSpc>
                        <a:spcBef>
                          <a:spcPts val="0"/>
                        </a:spcBef>
                        <a:spcAft>
                          <a:spcPts val="0"/>
                        </a:spcAft>
                        <a:buClr>
                          <a:srgbClr val="000000"/>
                        </a:buClr>
                        <a:buSzPts val="3500"/>
                        <a:buFont typeface="Arial"/>
                        <a:buNone/>
                      </a:pPr>
                      <a:r>
                        <a:rPr b="1" lang="en-IN" sz="3500" u="none" cap="none" strike="noStrike">
                          <a:solidFill>
                            <a:srgbClr val="1B1C1D"/>
                          </a:solidFill>
                        </a:rPr>
                        <a:t>Term</a:t>
                      </a:r>
                      <a:endParaRPr b="1" sz="3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c>
                  <a:txBody>
                    <a:bodyPr/>
                    <a:lstStyle/>
                    <a:p>
                      <a:pPr indent="0" lvl="0" marL="0" marR="0" rtl="0" algn="l">
                        <a:lnSpc>
                          <a:spcPct val="115000"/>
                        </a:lnSpc>
                        <a:spcBef>
                          <a:spcPts val="0"/>
                        </a:spcBef>
                        <a:spcAft>
                          <a:spcPts val="0"/>
                        </a:spcAft>
                        <a:buClr>
                          <a:srgbClr val="000000"/>
                        </a:buClr>
                        <a:buSzPts val="3500"/>
                        <a:buFont typeface="Arial"/>
                        <a:buNone/>
                      </a:pPr>
                      <a:r>
                        <a:rPr b="1" lang="en-IN" sz="3500" u="none" cap="none" strike="noStrike">
                          <a:solidFill>
                            <a:srgbClr val="1B1C1D"/>
                          </a:solidFill>
                        </a:rPr>
                        <a:t>Definition</a:t>
                      </a:r>
                      <a:endParaRPr b="1" sz="3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r>
              <a:tr h="1699150">
                <a:tc>
                  <a:txBody>
                    <a:bodyPr/>
                    <a:lstStyle/>
                    <a:p>
                      <a:pPr indent="0" lvl="0" marL="0" marR="0" rtl="0" algn="l">
                        <a:lnSpc>
                          <a:spcPct val="115000"/>
                        </a:lnSpc>
                        <a:spcBef>
                          <a:spcPts val="0"/>
                        </a:spcBef>
                        <a:spcAft>
                          <a:spcPts val="0"/>
                        </a:spcAft>
                        <a:buClr>
                          <a:srgbClr val="000000"/>
                        </a:buClr>
                        <a:buSzPts val="3500"/>
                        <a:buFont typeface="Arial"/>
                        <a:buNone/>
                      </a:pPr>
                      <a:r>
                        <a:rPr b="1" lang="en-IN" sz="3500" u="none" cap="none" strike="noStrike">
                          <a:solidFill>
                            <a:srgbClr val="1B1C1D"/>
                          </a:solidFill>
                        </a:rPr>
                        <a:t>Hidden Layer</a:t>
                      </a:r>
                      <a:endParaRPr b="1" sz="3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500"/>
                        <a:buFont typeface="Arial"/>
                        <a:buNone/>
                      </a:pPr>
                      <a:r>
                        <a:rPr lang="en-IN" sz="3500" u="none" cap="none" strike="noStrike">
                          <a:solidFill>
                            <a:srgbClr val="1B1C1D"/>
                          </a:solidFill>
                        </a:rPr>
                        <a:t>Layers between the input and output layers where the bulk of the computation happens. A network with more than one hidden layer is considered a </a:t>
                      </a:r>
                      <a:r>
                        <a:rPr b="1" lang="en-IN" sz="3500" u="none" cap="none" strike="noStrike">
                          <a:solidFill>
                            <a:srgbClr val="1B1C1D"/>
                          </a:solidFill>
                        </a:rPr>
                        <a:t>Deep Neural Network</a:t>
                      </a:r>
                      <a:r>
                        <a:rPr lang="en-IN" sz="3500" u="none" cap="none" strike="noStrike">
                          <a:solidFill>
                            <a:srgbClr val="1B1C1D"/>
                          </a:solidFill>
                        </a:rPr>
                        <a:t>.</a:t>
                      </a:r>
                      <a:endParaRPr sz="3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1176325">
                <a:tc>
                  <a:txBody>
                    <a:bodyPr/>
                    <a:lstStyle/>
                    <a:p>
                      <a:pPr indent="0" lvl="0" marL="0" marR="0" rtl="0" algn="l">
                        <a:lnSpc>
                          <a:spcPct val="115000"/>
                        </a:lnSpc>
                        <a:spcBef>
                          <a:spcPts val="0"/>
                        </a:spcBef>
                        <a:spcAft>
                          <a:spcPts val="0"/>
                        </a:spcAft>
                        <a:buClr>
                          <a:srgbClr val="000000"/>
                        </a:buClr>
                        <a:buSzPts val="3500"/>
                        <a:buFont typeface="Arial"/>
                        <a:buNone/>
                      </a:pPr>
                      <a:r>
                        <a:rPr b="1" lang="en-IN" sz="3500" u="none" cap="none" strike="noStrike">
                          <a:solidFill>
                            <a:srgbClr val="1B1C1D"/>
                          </a:solidFill>
                        </a:rPr>
                        <a:t>Output Layer</a:t>
                      </a:r>
                      <a:endParaRPr b="1" sz="3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500"/>
                        <a:buFont typeface="Arial"/>
                        <a:buNone/>
                      </a:pPr>
                      <a:r>
                        <a:rPr lang="en-IN" sz="3500" u="none" cap="none" strike="noStrike">
                          <a:solidFill>
                            <a:srgbClr val="1B1C1D"/>
                          </a:solidFill>
                        </a:rPr>
                        <a:t>The final layer of the network that produces the final prediction or result.</a:t>
                      </a:r>
                      <a:endParaRPr sz="3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2221975">
                <a:tc>
                  <a:txBody>
                    <a:bodyPr/>
                    <a:lstStyle/>
                    <a:p>
                      <a:pPr indent="0" lvl="0" marL="0" marR="0" rtl="0" algn="l">
                        <a:lnSpc>
                          <a:spcPct val="115000"/>
                        </a:lnSpc>
                        <a:spcBef>
                          <a:spcPts val="0"/>
                        </a:spcBef>
                        <a:spcAft>
                          <a:spcPts val="0"/>
                        </a:spcAft>
                        <a:buClr>
                          <a:srgbClr val="000000"/>
                        </a:buClr>
                        <a:buSzPts val="3500"/>
                        <a:buFont typeface="Arial"/>
                        <a:buNone/>
                      </a:pPr>
                      <a:r>
                        <a:rPr b="1" lang="en-IN" sz="3500" u="none" cap="none" strike="noStrike">
                          <a:solidFill>
                            <a:srgbClr val="1B1C1D"/>
                          </a:solidFill>
                        </a:rPr>
                        <a:t>Weight</a:t>
                      </a:r>
                      <a:r>
                        <a:rPr lang="en-IN" sz="3500" u="none" cap="none" strike="noStrike">
                          <a:solidFill>
                            <a:srgbClr val="1B1C1D"/>
                          </a:solidFill>
                        </a:rPr>
                        <a:t> ($w$)</a:t>
                      </a:r>
                      <a:endParaRPr sz="3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500"/>
                        <a:buFont typeface="Arial"/>
                        <a:buNone/>
                      </a:pPr>
                      <a:r>
                        <a:rPr lang="en-IN" sz="3500" u="none" cap="none" strike="noStrike">
                          <a:solidFill>
                            <a:srgbClr val="1B1C1D"/>
                          </a:solidFill>
                        </a:rPr>
                        <a:t>A parameter associated with each connection between neurons. It determines the strength or influence of one neuron's output on the next neuron's input. Weights are adjusted during training.</a:t>
                      </a:r>
                      <a:endParaRPr sz="3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9d10fa0b18_0_24"/>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Terminologies</a:t>
            </a:r>
            <a:endParaRPr sz="7300"/>
          </a:p>
        </p:txBody>
      </p:sp>
      <p:pic>
        <p:nvPicPr>
          <p:cNvPr descr="Graphical user interface, text&#10;&#10;Description automatically generated" id="231" name="Google Shape;231;g39d10fa0b18_0_24"/>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graphicFrame>
        <p:nvGraphicFramePr>
          <p:cNvPr id="232" name="Google Shape;232;g39d10fa0b18_0_24"/>
          <p:cNvGraphicFramePr/>
          <p:nvPr/>
        </p:nvGraphicFramePr>
        <p:xfrm>
          <a:off x="1209050" y="1753363"/>
          <a:ext cx="3000000" cy="3000000"/>
        </p:xfrm>
        <a:graphic>
          <a:graphicData uri="http://schemas.openxmlformats.org/drawingml/2006/table">
            <a:tbl>
              <a:tblPr>
                <a:noFill/>
                <a:tableStyleId>{6A3423F0-C531-4ABC-A8E4-D0603B28CFAF}</a:tableStyleId>
              </a:tblPr>
              <a:tblGrid>
                <a:gridCol w="2459825"/>
                <a:gridCol w="13719250"/>
              </a:tblGrid>
              <a:tr h="314200">
                <a:tc>
                  <a:txBody>
                    <a:bodyPr/>
                    <a:lstStyle/>
                    <a:p>
                      <a:pPr indent="0" lvl="0" marL="0" marR="0" rtl="0" algn="l">
                        <a:lnSpc>
                          <a:spcPct val="115000"/>
                        </a:lnSpc>
                        <a:spcBef>
                          <a:spcPts val="0"/>
                        </a:spcBef>
                        <a:spcAft>
                          <a:spcPts val="0"/>
                        </a:spcAft>
                        <a:buClr>
                          <a:srgbClr val="000000"/>
                        </a:buClr>
                        <a:buSzPts val="1100"/>
                        <a:buFont typeface="Arial"/>
                        <a:buNone/>
                      </a:pPr>
                      <a:r>
                        <a:rPr b="1" lang="en-IN" sz="1100" u="none" cap="none" strike="noStrike">
                          <a:solidFill>
                            <a:srgbClr val="1B1C1D"/>
                          </a:solidFill>
                        </a:rPr>
                        <a:t>Term</a:t>
                      </a:r>
                      <a:endParaRPr b="1" sz="1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c>
                  <a:txBody>
                    <a:bodyPr/>
                    <a:lstStyle/>
                    <a:p>
                      <a:pPr indent="0" lvl="0" marL="0" marR="0" rtl="0" algn="l">
                        <a:lnSpc>
                          <a:spcPct val="115000"/>
                        </a:lnSpc>
                        <a:spcBef>
                          <a:spcPts val="0"/>
                        </a:spcBef>
                        <a:spcAft>
                          <a:spcPts val="0"/>
                        </a:spcAft>
                        <a:buClr>
                          <a:srgbClr val="000000"/>
                        </a:buClr>
                        <a:buSzPts val="1100"/>
                        <a:buFont typeface="Arial"/>
                        <a:buNone/>
                      </a:pPr>
                      <a:r>
                        <a:rPr b="1" lang="en-IN" sz="1100" u="none" cap="none" strike="noStrike">
                          <a:solidFill>
                            <a:srgbClr val="1B1C1D"/>
                          </a:solidFill>
                        </a:rPr>
                        <a:t>Definition</a:t>
                      </a:r>
                      <a:endParaRPr b="1" sz="1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r>
              <a:tr h="1369725">
                <a:tc>
                  <a:txBody>
                    <a:bodyPr/>
                    <a:lstStyle/>
                    <a:p>
                      <a:pPr indent="0" lvl="0" marL="0" marR="0" rtl="0" algn="l">
                        <a:lnSpc>
                          <a:spcPct val="115000"/>
                        </a:lnSpc>
                        <a:spcBef>
                          <a:spcPts val="0"/>
                        </a:spcBef>
                        <a:spcAft>
                          <a:spcPts val="0"/>
                        </a:spcAft>
                        <a:buClr>
                          <a:srgbClr val="000000"/>
                        </a:buClr>
                        <a:buSzPts val="3000"/>
                        <a:buFont typeface="Arial"/>
                        <a:buNone/>
                      </a:pPr>
                      <a:r>
                        <a:rPr b="1" lang="en-IN" sz="3000" u="none" cap="none" strike="noStrike">
                          <a:solidFill>
                            <a:srgbClr val="1B1C1D"/>
                          </a:solidFill>
                        </a:rPr>
                        <a:t>Bias</a:t>
                      </a:r>
                      <a:r>
                        <a:rPr lang="en-IN" sz="3000" u="none" cap="none" strike="noStrike">
                          <a:solidFill>
                            <a:srgbClr val="1B1C1D"/>
                          </a:solidFill>
                        </a:rPr>
                        <a:t> ($b$)</a:t>
                      </a:r>
                      <a:endParaRPr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IN" sz="3000" u="none" cap="none" strike="noStrike">
                          <a:solidFill>
                            <a:srgbClr val="1B1C1D"/>
                          </a:solidFill>
                        </a:rPr>
                        <a:t>A constant value added to the weighted sum of inputs in a neuron, allowing the activation function to shift and better fit the data. It's also a trainable parameter.</a:t>
                      </a:r>
                      <a:endParaRPr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2059775">
                <a:tc>
                  <a:txBody>
                    <a:bodyPr/>
                    <a:lstStyle/>
                    <a:p>
                      <a:pPr indent="0" lvl="0" marL="0" marR="0" rtl="0" algn="l">
                        <a:lnSpc>
                          <a:spcPct val="115000"/>
                        </a:lnSpc>
                        <a:spcBef>
                          <a:spcPts val="0"/>
                        </a:spcBef>
                        <a:spcAft>
                          <a:spcPts val="0"/>
                        </a:spcAft>
                        <a:buClr>
                          <a:srgbClr val="000000"/>
                        </a:buClr>
                        <a:buSzPts val="3000"/>
                        <a:buFont typeface="Arial"/>
                        <a:buNone/>
                      </a:pPr>
                      <a:r>
                        <a:rPr b="1" lang="en-IN" sz="3000" u="none" cap="none" strike="noStrike">
                          <a:solidFill>
                            <a:srgbClr val="1B1C1D"/>
                          </a:solidFill>
                        </a:rPr>
                        <a:t>Activation Function</a:t>
                      </a:r>
                      <a:endParaRPr b="1"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IN" sz="3000" u="none" cap="none" strike="noStrike">
                          <a:solidFill>
                            <a:srgbClr val="1B1C1D"/>
                          </a:solidFill>
                        </a:rPr>
                        <a:t>A mathematical function applied to the weighted sum of inputs plus the bias ($\sum w_i x_i + b$) to determine the neuron's output. It introduces </a:t>
                      </a:r>
                      <a:r>
                        <a:rPr b="1" lang="en-IN" sz="3000" u="none" cap="none" strike="noStrike">
                          <a:solidFill>
                            <a:srgbClr val="1B1C1D"/>
                          </a:solidFill>
                        </a:rPr>
                        <a:t>non-linearity</a:t>
                      </a:r>
                      <a:r>
                        <a:rPr lang="en-IN" sz="3000" u="none" cap="none" strike="noStrike">
                          <a:solidFill>
                            <a:srgbClr val="1B1C1D"/>
                          </a:solidFill>
                        </a:rPr>
                        <a:t> to the network, allowing it to learn complex patterns. Common examples include </a:t>
                      </a:r>
                      <a:r>
                        <a:rPr b="1" lang="en-IN" sz="3000" u="none" cap="none" strike="noStrike">
                          <a:solidFill>
                            <a:srgbClr val="1B1C1D"/>
                          </a:solidFill>
                        </a:rPr>
                        <a:t>ReLU</a:t>
                      </a:r>
                      <a:r>
                        <a:rPr lang="en-IN" sz="3000" u="none" cap="none" strike="noStrike">
                          <a:solidFill>
                            <a:srgbClr val="1B1C1D"/>
                          </a:solidFill>
                        </a:rPr>
                        <a:t>, </a:t>
                      </a:r>
                      <a:r>
                        <a:rPr b="1" lang="en-IN" sz="3000" u="none" cap="none" strike="noStrike">
                          <a:solidFill>
                            <a:srgbClr val="1B1C1D"/>
                          </a:solidFill>
                        </a:rPr>
                        <a:t>Sigmoid</a:t>
                      </a:r>
                      <a:r>
                        <a:rPr lang="en-IN" sz="3000" u="none" cap="none" strike="noStrike">
                          <a:solidFill>
                            <a:srgbClr val="1B1C1D"/>
                          </a:solidFill>
                        </a:rPr>
                        <a:t>, and </a:t>
                      </a:r>
                      <a:r>
                        <a:rPr b="1" lang="en-IN" sz="3000" u="none" cap="none" strike="noStrike">
                          <a:solidFill>
                            <a:srgbClr val="1B1C1D"/>
                          </a:solidFill>
                        </a:rPr>
                        <a:t>Softmax</a:t>
                      </a:r>
                      <a:r>
                        <a:rPr lang="en-IN" sz="3000" u="none" cap="none" strike="noStrike">
                          <a:solidFill>
                            <a:srgbClr val="1B1C1D"/>
                          </a:solidFill>
                        </a:rPr>
                        <a:t>.</a:t>
                      </a:r>
                      <a:endParaRPr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1099725">
                <a:tc>
                  <a:txBody>
                    <a:bodyPr/>
                    <a:lstStyle/>
                    <a:p>
                      <a:pPr indent="0" lvl="0" marL="0" marR="0" rtl="0" algn="l">
                        <a:lnSpc>
                          <a:spcPct val="115000"/>
                        </a:lnSpc>
                        <a:spcBef>
                          <a:spcPts val="0"/>
                        </a:spcBef>
                        <a:spcAft>
                          <a:spcPts val="0"/>
                        </a:spcAft>
                        <a:buClr>
                          <a:srgbClr val="000000"/>
                        </a:buClr>
                        <a:buSzPts val="3000"/>
                        <a:buFont typeface="Arial"/>
                        <a:buNone/>
                      </a:pPr>
                      <a:r>
                        <a:rPr b="1" lang="en-IN" sz="3000" u="none" cap="none" strike="noStrike">
                          <a:solidFill>
                            <a:srgbClr val="1B1C1D"/>
                          </a:solidFill>
                        </a:rPr>
                        <a:t>Perceptron</a:t>
                      </a:r>
                      <a:endParaRPr b="1"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IN" sz="3000" u="none" cap="none" strike="noStrike">
                          <a:solidFill>
                            <a:srgbClr val="1B1C1D"/>
                          </a:solidFill>
                        </a:rPr>
                        <a:t>The simplest type of feedforward ANN, a single neuron that takes multiple inputs and produces a single output.</a:t>
                      </a:r>
                      <a:endParaRPr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1619600">
                <a:tc>
                  <a:txBody>
                    <a:bodyPr/>
                    <a:lstStyle/>
                    <a:p>
                      <a:pPr indent="0" lvl="0" marL="0" marR="0" rtl="0" algn="l">
                        <a:lnSpc>
                          <a:spcPct val="115000"/>
                        </a:lnSpc>
                        <a:spcBef>
                          <a:spcPts val="0"/>
                        </a:spcBef>
                        <a:spcAft>
                          <a:spcPts val="0"/>
                        </a:spcAft>
                        <a:buClr>
                          <a:srgbClr val="000000"/>
                        </a:buClr>
                        <a:buSzPts val="3000"/>
                        <a:buFont typeface="Arial"/>
                        <a:buNone/>
                      </a:pPr>
                      <a:r>
                        <a:rPr b="1" lang="en-IN" sz="3000" u="none" cap="none" strike="noStrike">
                          <a:solidFill>
                            <a:srgbClr val="1B1C1D"/>
                          </a:solidFill>
                        </a:rPr>
                        <a:t>Dense Layer</a:t>
                      </a:r>
                      <a:endParaRPr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IN" sz="3000" u="none" cap="none" strike="noStrike">
                          <a:solidFill>
                            <a:srgbClr val="1B1C1D"/>
                          </a:solidFill>
                        </a:rPr>
                        <a:t>A layer where every neuron is connected to every neuron in the preceding and succeeding layers.</a:t>
                      </a:r>
                      <a:endParaRPr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9d10fa0b18_0_31"/>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Terminologies</a:t>
            </a:r>
            <a:endParaRPr sz="7300"/>
          </a:p>
        </p:txBody>
      </p:sp>
      <p:pic>
        <p:nvPicPr>
          <p:cNvPr descr="Graphical user interface, text&#10;&#10;Description automatically generated" id="239" name="Google Shape;239;g39d10fa0b18_0_31"/>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graphicFrame>
        <p:nvGraphicFramePr>
          <p:cNvPr id="240" name="Google Shape;240;g39d10fa0b18_0_31"/>
          <p:cNvGraphicFramePr/>
          <p:nvPr/>
        </p:nvGraphicFramePr>
        <p:xfrm>
          <a:off x="517775" y="2136725"/>
          <a:ext cx="3000000" cy="3000000"/>
        </p:xfrm>
        <a:graphic>
          <a:graphicData uri="http://schemas.openxmlformats.org/drawingml/2006/table">
            <a:tbl>
              <a:tblPr>
                <a:noFill/>
                <a:tableStyleId>{6A3423F0-C531-4ABC-A8E4-D0603B28CFAF}</a:tableStyleId>
              </a:tblPr>
              <a:tblGrid>
                <a:gridCol w="3662250"/>
                <a:gridCol w="13107050"/>
              </a:tblGrid>
              <a:tr h="342900">
                <a:tc>
                  <a:txBody>
                    <a:bodyPr/>
                    <a:lstStyle/>
                    <a:p>
                      <a:pPr indent="0" lvl="0" marL="0" marR="0" rtl="0" algn="l">
                        <a:lnSpc>
                          <a:spcPct val="115000"/>
                        </a:lnSpc>
                        <a:spcBef>
                          <a:spcPts val="0"/>
                        </a:spcBef>
                        <a:spcAft>
                          <a:spcPts val="0"/>
                        </a:spcAft>
                        <a:buClr>
                          <a:srgbClr val="000000"/>
                        </a:buClr>
                        <a:buSzPts val="2500"/>
                        <a:buFont typeface="Arial"/>
                        <a:buNone/>
                      </a:pPr>
                      <a:r>
                        <a:rPr b="1" lang="en-IN" sz="2500" u="none" cap="none" strike="noStrike">
                          <a:solidFill>
                            <a:srgbClr val="1B1C1D"/>
                          </a:solidFill>
                        </a:rPr>
                        <a:t>Term</a:t>
                      </a:r>
                      <a:endParaRPr b="1"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c>
                  <a:txBody>
                    <a:bodyPr/>
                    <a:lstStyle/>
                    <a:p>
                      <a:pPr indent="0" lvl="0" marL="0" marR="0" rtl="0" algn="l">
                        <a:lnSpc>
                          <a:spcPct val="115000"/>
                        </a:lnSpc>
                        <a:spcBef>
                          <a:spcPts val="0"/>
                        </a:spcBef>
                        <a:spcAft>
                          <a:spcPts val="0"/>
                        </a:spcAft>
                        <a:buClr>
                          <a:srgbClr val="000000"/>
                        </a:buClr>
                        <a:buSzPts val="2500"/>
                        <a:buFont typeface="Arial"/>
                        <a:buNone/>
                      </a:pPr>
                      <a:r>
                        <a:rPr b="1" lang="en-IN" sz="2500" u="none" cap="none" strike="noStrike">
                          <a:solidFill>
                            <a:srgbClr val="1B1C1D"/>
                          </a:solidFill>
                        </a:rPr>
                        <a:t>Definition</a:t>
                      </a:r>
                      <a:endParaRPr b="1"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r>
              <a:tr h="342900">
                <a:tc>
                  <a:txBody>
                    <a:bodyPr/>
                    <a:lstStyle/>
                    <a:p>
                      <a:pPr indent="0" lvl="0" marL="0" marR="0" rtl="0" algn="l">
                        <a:lnSpc>
                          <a:spcPct val="115000"/>
                        </a:lnSpc>
                        <a:spcBef>
                          <a:spcPts val="0"/>
                        </a:spcBef>
                        <a:spcAft>
                          <a:spcPts val="0"/>
                        </a:spcAft>
                        <a:buClr>
                          <a:srgbClr val="000000"/>
                        </a:buClr>
                        <a:buSzPts val="2500"/>
                        <a:buFont typeface="Arial"/>
                        <a:buNone/>
                      </a:pPr>
                      <a:r>
                        <a:rPr b="1" lang="en-IN" sz="2500" u="none" cap="none" strike="noStrike">
                          <a:solidFill>
                            <a:srgbClr val="1B1C1D"/>
                          </a:solidFill>
                        </a:rPr>
                        <a:t>Forward Propagation</a:t>
                      </a:r>
                      <a:r>
                        <a:rPr lang="en-IN" sz="2500" u="none" cap="none" strike="noStrike">
                          <a:solidFill>
                            <a:srgbClr val="1B1C1D"/>
                          </a:solidFill>
                        </a:rPr>
                        <a:t> (or </a:t>
                      </a:r>
                      <a:r>
                        <a:rPr b="1" lang="en-IN" sz="2500" u="none" cap="none" strike="noStrike">
                          <a:solidFill>
                            <a:srgbClr val="1B1C1D"/>
                          </a:solidFill>
                        </a:rPr>
                        <a:t>Forward Pass</a:t>
                      </a:r>
                      <a:r>
                        <a:rPr lang="en-IN" sz="2500" u="none" cap="none" strike="noStrike">
                          <a:solidFill>
                            <a:srgbClr val="1B1C1D"/>
                          </a:solidFill>
                        </a:rPr>
                        <a:t>)</a:t>
                      </a:r>
                      <a:endParaRPr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500"/>
                        <a:buFont typeface="Arial"/>
                        <a:buNone/>
                      </a:pPr>
                      <a:r>
                        <a:rPr lang="en-IN" sz="2500" u="none" cap="none" strike="noStrike">
                          <a:solidFill>
                            <a:srgbClr val="1B1C1D"/>
                          </a:solidFill>
                        </a:rPr>
                        <a:t>The process where input data is passed through the network, layer by layer, to compute an output prediction.</a:t>
                      </a:r>
                      <a:endParaRPr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523875">
                <a:tc>
                  <a:txBody>
                    <a:bodyPr/>
                    <a:lstStyle/>
                    <a:p>
                      <a:pPr indent="0" lvl="0" marL="0" marR="0" rtl="0" algn="l">
                        <a:lnSpc>
                          <a:spcPct val="115000"/>
                        </a:lnSpc>
                        <a:spcBef>
                          <a:spcPts val="0"/>
                        </a:spcBef>
                        <a:spcAft>
                          <a:spcPts val="0"/>
                        </a:spcAft>
                        <a:buClr>
                          <a:srgbClr val="000000"/>
                        </a:buClr>
                        <a:buSzPts val="2500"/>
                        <a:buFont typeface="Arial"/>
                        <a:buNone/>
                      </a:pPr>
                      <a:r>
                        <a:rPr b="1" lang="en-IN" sz="2500" u="none" cap="none" strike="noStrike">
                          <a:solidFill>
                            <a:srgbClr val="1B1C1D"/>
                          </a:solidFill>
                        </a:rPr>
                        <a:t>Cost Function</a:t>
                      </a:r>
                      <a:r>
                        <a:rPr lang="en-IN" sz="2500" u="none" cap="none" strike="noStrike">
                          <a:solidFill>
                            <a:srgbClr val="1B1C1D"/>
                          </a:solidFill>
                        </a:rPr>
                        <a:t> (or </a:t>
                      </a:r>
                      <a:r>
                        <a:rPr b="1" lang="en-IN" sz="2500" u="none" cap="none" strike="noStrike">
                          <a:solidFill>
                            <a:srgbClr val="1B1C1D"/>
                          </a:solidFill>
                        </a:rPr>
                        <a:t>Loss Function</a:t>
                      </a:r>
                      <a:r>
                        <a:rPr lang="en-IN" sz="2500" u="none" cap="none" strike="noStrike">
                          <a:solidFill>
                            <a:srgbClr val="1B1C1D"/>
                          </a:solidFill>
                        </a:rPr>
                        <a:t> or </a:t>
                      </a:r>
                      <a:r>
                        <a:rPr b="1" lang="en-IN" sz="2500" u="none" cap="none" strike="noStrike">
                          <a:solidFill>
                            <a:srgbClr val="1B1C1D"/>
                          </a:solidFill>
                        </a:rPr>
                        <a:t>Objective Function</a:t>
                      </a:r>
                      <a:r>
                        <a:rPr lang="en-IN" sz="2500" u="none" cap="none" strike="noStrike">
                          <a:solidFill>
                            <a:srgbClr val="1B1C1D"/>
                          </a:solidFill>
                        </a:rPr>
                        <a:t>)</a:t>
                      </a:r>
                      <a:endParaRPr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500"/>
                        <a:buFont typeface="Arial"/>
                        <a:buNone/>
                      </a:pPr>
                      <a:r>
                        <a:rPr lang="en-IN" sz="2500" u="none" cap="none" strike="noStrike">
                          <a:solidFill>
                            <a:srgbClr val="1B1C1D"/>
                          </a:solidFill>
                        </a:rPr>
                        <a:t>A function that quantifies the difference (error) between the network's predicted output and the actual target value. The goal of training is to minimize this function. Common examples are Mean Squared Error and Cross-Entropy.</a:t>
                      </a:r>
                      <a:endParaRPr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523875">
                <a:tc>
                  <a:txBody>
                    <a:bodyPr/>
                    <a:lstStyle/>
                    <a:p>
                      <a:pPr indent="0" lvl="0" marL="0" marR="0" rtl="0" algn="l">
                        <a:lnSpc>
                          <a:spcPct val="115000"/>
                        </a:lnSpc>
                        <a:spcBef>
                          <a:spcPts val="0"/>
                        </a:spcBef>
                        <a:spcAft>
                          <a:spcPts val="0"/>
                        </a:spcAft>
                        <a:buClr>
                          <a:srgbClr val="000000"/>
                        </a:buClr>
                        <a:buSzPts val="2500"/>
                        <a:buFont typeface="Arial"/>
                        <a:buNone/>
                      </a:pPr>
                      <a:r>
                        <a:rPr b="1" lang="en-IN" sz="2500" u="none" cap="none" strike="noStrike">
                          <a:solidFill>
                            <a:srgbClr val="1B1C1D"/>
                          </a:solidFill>
                        </a:rPr>
                        <a:t>Backpropagation</a:t>
                      </a:r>
                      <a:r>
                        <a:rPr lang="en-IN" sz="2500" u="none" cap="none" strike="noStrike">
                          <a:solidFill>
                            <a:srgbClr val="1B1C1D"/>
                          </a:solidFill>
                        </a:rPr>
                        <a:t> (or </a:t>
                      </a:r>
                      <a:r>
                        <a:rPr b="1" lang="en-IN" sz="2500" u="none" cap="none" strike="noStrike">
                          <a:solidFill>
                            <a:srgbClr val="1B1C1D"/>
                          </a:solidFill>
                        </a:rPr>
                        <a:t>Backward Pass</a:t>
                      </a:r>
                      <a:r>
                        <a:rPr lang="en-IN" sz="2500" u="none" cap="none" strike="noStrike">
                          <a:solidFill>
                            <a:srgbClr val="1B1C1D"/>
                          </a:solidFill>
                        </a:rPr>
                        <a:t>)</a:t>
                      </a:r>
                      <a:endParaRPr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500"/>
                        <a:buFont typeface="Arial"/>
                        <a:buNone/>
                      </a:pPr>
                      <a:r>
                        <a:rPr lang="en-IN" sz="2500" u="none" cap="none" strike="noStrike">
                          <a:solidFill>
                            <a:srgbClr val="1B1C1D"/>
                          </a:solidFill>
                        </a:rPr>
                        <a:t>The core algorithm for training ANNs. It calculates the </a:t>
                      </a:r>
                      <a:r>
                        <a:rPr b="1" lang="en-IN" sz="2500" u="none" cap="none" strike="noStrike">
                          <a:solidFill>
                            <a:srgbClr val="1B1C1D"/>
                          </a:solidFill>
                        </a:rPr>
                        <a:t>gradient</a:t>
                      </a:r>
                      <a:r>
                        <a:rPr lang="en-IN" sz="2500" u="none" cap="none" strike="noStrike">
                          <a:solidFill>
                            <a:srgbClr val="1B1C1D"/>
                          </a:solidFill>
                        </a:rPr>
                        <a:t> (the partial derivatives of the loss function with respect to the weights and biases) and propagates the error backward from the output layer to adjust the weights.</a:t>
                      </a:r>
                      <a:endParaRPr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9d10fa0b18_0_47"/>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Terminologies</a:t>
            </a:r>
            <a:endParaRPr sz="7300"/>
          </a:p>
        </p:txBody>
      </p:sp>
      <p:pic>
        <p:nvPicPr>
          <p:cNvPr descr="Graphical user interface, text&#10;&#10;Description automatically generated" id="247" name="Google Shape;247;g39d10fa0b18_0_47"/>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graphicFrame>
        <p:nvGraphicFramePr>
          <p:cNvPr id="248" name="Google Shape;248;g39d10fa0b18_0_47"/>
          <p:cNvGraphicFramePr/>
          <p:nvPr/>
        </p:nvGraphicFramePr>
        <p:xfrm>
          <a:off x="517775" y="2136725"/>
          <a:ext cx="3000000" cy="3000000"/>
        </p:xfrm>
        <a:graphic>
          <a:graphicData uri="http://schemas.openxmlformats.org/drawingml/2006/table">
            <a:tbl>
              <a:tblPr>
                <a:noFill/>
                <a:tableStyleId>{6A3423F0-C531-4ABC-A8E4-D0603B28CFAF}</a:tableStyleId>
              </a:tblPr>
              <a:tblGrid>
                <a:gridCol w="3711375"/>
                <a:gridCol w="13282775"/>
              </a:tblGrid>
              <a:tr h="342900">
                <a:tc>
                  <a:txBody>
                    <a:bodyPr/>
                    <a:lstStyle/>
                    <a:p>
                      <a:pPr indent="0" lvl="0" marL="0" marR="0" rtl="0" algn="l">
                        <a:lnSpc>
                          <a:spcPct val="115000"/>
                        </a:lnSpc>
                        <a:spcBef>
                          <a:spcPts val="0"/>
                        </a:spcBef>
                        <a:spcAft>
                          <a:spcPts val="0"/>
                        </a:spcAft>
                        <a:buClr>
                          <a:srgbClr val="000000"/>
                        </a:buClr>
                        <a:buSzPts val="2500"/>
                        <a:buFont typeface="Arial"/>
                        <a:buNone/>
                      </a:pPr>
                      <a:r>
                        <a:rPr b="1" lang="en-IN" sz="2500" u="none" cap="none" strike="noStrike">
                          <a:solidFill>
                            <a:srgbClr val="1B1C1D"/>
                          </a:solidFill>
                        </a:rPr>
                        <a:t>Term</a:t>
                      </a:r>
                      <a:endParaRPr b="1"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c>
                  <a:txBody>
                    <a:bodyPr/>
                    <a:lstStyle/>
                    <a:p>
                      <a:pPr indent="0" lvl="0" marL="0" marR="0" rtl="0" algn="l">
                        <a:lnSpc>
                          <a:spcPct val="115000"/>
                        </a:lnSpc>
                        <a:spcBef>
                          <a:spcPts val="0"/>
                        </a:spcBef>
                        <a:spcAft>
                          <a:spcPts val="0"/>
                        </a:spcAft>
                        <a:buClr>
                          <a:srgbClr val="000000"/>
                        </a:buClr>
                        <a:buSzPts val="2500"/>
                        <a:buFont typeface="Arial"/>
                        <a:buNone/>
                      </a:pPr>
                      <a:r>
                        <a:rPr b="1" lang="en-IN" sz="2500" u="none" cap="none" strike="noStrike">
                          <a:solidFill>
                            <a:srgbClr val="1B1C1D"/>
                          </a:solidFill>
                        </a:rPr>
                        <a:t>Definition</a:t>
                      </a:r>
                      <a:endParaRPr b="1"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r>
              <a:tr h="342900">
                <a:tc>
                  <a:txBody>
                    <a:bodyPr/>
                    <a:lstStyle/>
                    <a:p>
                      <a:pPr indent="0" lvl="0" marL="0" marR="0" rtl="0" algn="l">
                        <a:lnSpc>
                          <a:spcPct val="115000"/>
                        </a:lnSpc>
                        <a:spcBef>
                          <a:spcPts val="0"/>
                        </a:spcBef>
                        <a:spcAft>
                          <a:spcPts val="0"/>
                        </a:spcAft>
                        <a:buClr>
                          <a:srgbClr val="000000"/>
                        </a:buClr>
                        <a:buSzPts val="2500"/>
                        <a:buFont typeface="Arial"/>
                        <a:buNone/>
                      </a:pPr>
                      <a:r>
                        <a:rPr b="1" lang="en-IN" sz="2500" u="none" cap="none" strike="noStrike">
                          <a:solidFill>
                            <a:srgbClr val="1B1C1D"/>
                          </a:solidFill>
                        </a:rPr>
                        <a:t>Gradient Descent</a:t>
                      </a:r>
                      <a:endParaRPr b="1"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500"/>
                        <a:buFont typeface="Arial"/>
                        <a:buNone/>
                      </a:pPr>
                      <a:r>
                        <a:rPr lang="en-IN" sz="2500" u="none" cap="none" strike="noStrike">
                          <a:solidFill>
                            <a:srgbClr val="1B1C1D"/>
                          </a:solidFill>
                        </a:rPr>
                        <a:t>An iterative optimization algorithm used to minimize the loss function by adjusting the weights and biases in the direction of the steepest descent of the gradient.</a:t>
                      </a:r>
                      <a:endParaRPr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marR="0" rtl="0" algn="l">
                        <a:lnSpc>
                          <a:spcPct val="115000"/>
                        </a:lnSpc>
                        <a:spcBef>
                          <a:spcPts val="0"/>
                        </a:spcBef>
                        <a:spcAft>
                          <a:spcPts val="0"/>
                        </a:spcAft>
                        <a:buClr>
                          <a:srgbClr val="000000"/>
                        </a:buClr>
                        <a:buSzPts val="2500"/>
                        <a:buFont typeface="Arial"/>
                        <a:buNone/>
                      </a:pPr>
                      <a:r>
                        <a:rPr b="1" lang="en-IN" sz="2500" u="none" cap="none" strike="noStrike">
                          <a:solidFill>
                            <a:srgbClr val="1B1C1D"/>
                          </a:solidFill>
                        </a:rPr>
                        <a:t>Learning Rate</a:t>
                      </a:r>
                      <a:r>
                        <a:rPr lang="en-IN" sz="2500" u="none" cap="none" strike="noStrike">
                          <a:solidFill>
                            <a:srgbClr val="1B1C1D"/>
                          </a:solidFill>
                        </a:rPr>
                        <a:t> ($\alpha$)</a:t>
                      </a:r>
                      <a:endParaRPr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500"/>
                        <a:buFont typeface="Arial"/>
                        <a:buNone/>
                      </a:pPr>
                      <a:r>
                        <a:rPr lang="en-IN" sz="2500" u="none" cap="none" strike="noStrike">
                          <a:solidFill>
                            <a:srgbClr val="1B1C1D"/>
                          </a:solidFill>
                        </a:rPr>
                        <a:t>A hyperparameter that controls the step size taken during gradient descent. A high learning rate can speed up training but risk overshooting the minimum; a low learning rate is slower but more precise.</a:t>
                      </a:r>
                      <a:endParaRPr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marR="0" rtl="0" algn="l">
                        <a:lnSpc>
                          <a:spcPct val="115000"/>
                        </a:lnSpc>
                        <a:spcBef>
                          <a:spcPts val="0"/>
                        </a:spcBef>
                        <a:spcAft>
                          <a:spcPts val="0"/>
                        </a:spcAft>
                        <a:buClr>
                          <a:srgbClr val="000000"/>
                        </a:buClr>
                        <a:buSzPts val="2500"/>
                        <a:buFont typeface="Arial"/>
                        <a:buNone/>
                      </a:pPr>
                      <a:r>
                        <a:rPr b="1" lang="en-IN" sz="2500" u="none" cap="none" strike="noStrike">
                          <a:solidFill>
                            <a:srgbClr val="1B1C1D"/>
                          </a:solidFill>
                        </a:rPr>
                        <a:t>Epoch</a:t>
                      </a:r>
                      <a:endParaRPr b="1"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500"/>
                        <a:buFont typeface="Arial"/>
                        <a:buNone/>
                      </a:pPr>
                      <a:r>
                        <a:rPr lang="en-IN" sz="2500" u="none" cap="none" strike="noStrike">
                          <a:solidFill>
                            <a:srgbClr val="1B1C1D"/>
                          </a:solidFill>
                        </a:rPr>
                        <a:t>One complete pass of the entire training dataset through the neural network (both forward and backward passes).</a:t>
                      </a:r>
                      <a:endParaRPr sz="25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9d10fa0b18_0_40"/>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Terminologies</a:t>
            </a:r>
            <a:endParaRPr sz="7300"/>
          </a:p>
        </p:txBody>
      </p:sp>
      <p:pic>
        <p:nvPicPr>
          <p:cNvPr descr="Graphical user interface, text&#10;&#10;Description automatically generated" id="255" name="Google Shape;255;g39d10fa0b18_0_40"/>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graphicFrame>
        <p:nvGraphicFramePr>
          <p:cNvPr id="256" name="Google Shape;256;g39d10fa0b18_0_40"/>
          <p:cNvGraphicFramePr/>
          <p:nvPr/>
        </p:nvGraphicFramePr>
        <p:xfrm>
          <a:off x="517775" y="2136725"/>
          <a:ext cx="3000000" cy="3000000"/>
        </p:xfrm>
        <a:graphic>
          <a:graphicData uri="http://schemas.openxmlformats.org/drawingml/2006/table">
            <a:tbl>
              <a:tblPr>
                <a:noFill/>
                <a:tableStyleId>{6A3423F0-C531-4ABC-A8E4-D0603B28CFAF}</a:tableStyleId>
              </a:tblPr>
              <a:tblGrid>
                <a:gridCol w="3717500"/>
                <a:gridCol w="13304775"/>
              </a:tblGrid>
              <a:tr h="342900">
                <a:tc>
                  <a:txBody>
                    <a:bodyPr/>
                    <a:lstStyle/>
                    <a:p>
                      <a:pPr indent="0" lvl="0" marL="0" marR="0" rtl="0" algn="l">
                        <a:lnSpc>
                          <a:spcPct val="115000"/>
                        </a:lnSpc>
                        <a:spcBef>
                          <a:spcPts val="0"/>
                        </a:spcBef>
                        <a:spcAft>
                          <a:spcPts val="0"/>
                        </a:spcAft>
                        <a:buClr>
                          <a:srgbClr val="000000"/>
                        </a:buClr>
                        <a:buSzPts val="1100"/>
                        <a:buFont typeface="Arial"/>
                        <a:buNone/>
                      </a:pPr>
                      <a:r>
                        <a:rPr b="1" lang="en-IN" sz="1100" u="none" cap="none" strike="noStrike">
                          <a:solidFill>
                            <a:srgbClr val="1B1C1D"/>
                          </a:solidFill>
                        </a:rPr>
                        <a:t>Term</a:t>
                      </a:r>
                      <a:endParaRPr b="1" sz="1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c>
                  <a:txBody>
                    <a:bodyPr/>
                    <a:lstStyle/>
                    <a:p>
                      <a:pPr indent="0" lvl="0" marL="0" marR="0" rtl="0" algn="l">
                        <a:lnSpc>
                          <a:spcPct val="115000"/>
                        </a:lnSpc>
                        <a:spcBef>
                          <a:spcPts val="0"/>
                        </a:spcBef>
                        <a:spcAft>
                          <a:spcPts val="0"/>
                        </a:spcAft>
                        <a:buClr>
                          <a:srgbClr val="000000"/>
                        </a:buClr>
                        <a:buSzPts val="1100"/>
                        <a:buFont typeface="Arial"/>
                        <a:buNone/>
                      </a:pPr>
                      <a:r>
                        <a:rPr b="1" lang="en-IN" sz="1100" u="none" cap="none" strike="noStrike">
                          <a:solidFill>
                            <a:srgbClr val="1B1C1D"/>
                          </a:solidFill>
                        </a:rPr>
                        <a:t>Definition</a:t>
                      </a:r>
                      <a:endParaRPr b="1" sz="1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EFEFEF"/>
                    </a:solidFill>
                  </a:tcPr>
                </a:tc>
              </a:tr>
              <a:tr h="523875">
                <a:tc>
                  <a:txBody>
                    <a:bodyPr/>
                    <a:lstStyle/>
                    <a:p>
                      <a:pPr indent="0" lvl="0" marL="0" marR="0" rtl="0" algn="l">
                        <a:lnSpc>
                          <a:spcPct val="115000"/>
                        </a:lnSpc>
                        <a:spcBef>
                          <a:spcPts val="0"/>
                        </a:spcBef>
                        <a:spcAft>
                          <a:spcPts val="0"/>
                        </a:spcAft>
                        <a:buClr>
                          <a:srgbClr val="000000"/>
                        </a:buClr>
                        <a:buSzPts val="3000"/>
                        <a:buFont typeface="Arial"/>
                        <a:buNone/>
                      </a:pPr>
                      <a:r>
                        <a:rPr b="1" lang="en-IN" sz="3000" u="none" cap="none" strike="noStrike">
                          <a:solidFill>
                            <a:srgbClr val="1B1C1D"/>
                          </a:solidFill>
                        </a:rPr>
                        <a:t>Batch Size</a:t>
                      </a:r>
                      <a:endParaRPr b="1"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IN" sz="3000" u="none" cap="none" strike="noStrike">
                          <a:solidFill>
                            <a:srgbClr val="1B1C1D"/>
                          </a:solidFill>
                        </a:rPr>
                        <a:t>The number of training examples utilized in one iteration of the weight update. </a:t>
                      </a:r>
                      <a:r>
                        <a:rPr b="1" lang="en-IN" sz="3000" u="none" cap="none" strike="noStrike">
                          <a:solidFill>
                            <a:srgbClr val="1B1C1D"/>
                          </a:solidFill>
                        </a:rPr>
                        <a:t>Stochastic Gradient Descent (SGD)</a:t>
                      </a:r>
                      <a:r>
                        <a:rPr lang="en-IN" sz="3000" u="none" cap="none" strike="noStrike">
                          <a:solidFill>
                            <a:srgbClr val="1B1C1D"/>
                          </a:solidFill>
                        </a:rPr>
                        <a:t> often uses a batch size of 1, while </a:t>
                      </a:r>
                      <a:r>
                        <a:rPr b="1" lang="en-IN" sz="3000" u="none" cap="none" strike="noStrike">
                          <a:solidFill>
                            <a:srgbClr val="1B1C1D"/>
                          </a:solidFill>
                        </a:rPr>
                        <a:t>Mini-Batch Gradient Descent</a:t>
                      </a:r>
                      <a:r>
                        <a:rPr lang="en-IN" sz="3000" u="none" cap="none" strike="noStrike">
                          <a:solidFill>
                            <a:srgbClr val="1B1C1D"/>
                          </a:solidFill>
                        </a:rPr>
                        <a:t> uses a small subset (e.g., 32 or 64).</a:t>
                      </a:r>
                      <a:endParaRPr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523875">
                <a:tc>
                  <a:txBody>
                    <a:bodyPr/>
                    <a:lstStyle/>
                    <a:p>
                      <a:pPr indent="0" lvl="0" marL="0" marR="0" rtl="0" algn="l">
                        <a:lnSpc>
                          <a:spcPct val="115000"/>
                        </a:lnSpc>
                        <a:spcBef>
                          <a:spcPts val="0"/>
                        </a:spcBef>
                        <a:spcAft>
                          <a:spcPts val="0"/>
                        </a:spcAft>
                        <a:buClr>
                          <a:srgbClr val="000000"/>
                        </a:buClr>
                        <a:buSzPts val="3000"/>
                        <a:buFont typeface="Arial"/>
                        <a:buNone/>
                      </a:pPr>
                      <a:r>
                        <a:rPr b="1" lang="en-IN" sz="3000" u="none" cap="none" strike="noStrike">
                          <a:solidFill>
                            <a:srgbClr val="1B1C1D"/>
                          </a:solidFill>
                        </a:rPr>
                        <a:t>Hyperparameter</a:t>
                      </a:r>
                      <a:endParaRPr b="1"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IN" sz="3000" u="none" cap="none" strike="noStrike">
                          <a:solidFill>
                            <a:srgbClr val="1B1C1D"/>
                          </a:solidFill>
                        </a:rPr>
                        <a:t>A parameter whose value is set </a:t>
                      </a:r>
                      <a:r>
                        <a:rPr b="1" lang="en-IN" sz="3000" u="none" cap="none" strike="noStrike">
                          <a:solidFill>
                            <a:srgbClr val="1B1C1D"/>
                          </a:solidFill>
                        </a:rPr>
                        <a:t>before</a:t>
                      </a:r>
                      <a:r>
                        <a:rPr lang="en-IN" sz="3000" u="none" cap="none" strike="noStrike">
                          <a:solidFill>
                            <a:srgbClr val="1B1C1D"/>
                          </a:solidFill>
                        </a:rPr>
                        <a:t> the training process begins, as opposed to a parameter (like weights and biases) that is learned during training. Examples include learning rate, number of hidden layers, and batch size.</a:t>
                      </a:r>
                      <a:endParaRPr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marR="0" rtl="0" algn="l">
                        <a:lnSpc>
                          <a:spcPct val="115000"/>
                        </a:lnSpc>
                        <a:spcBef>
                          <a:spcPts val="0"/>
                        </a:spcBef>
                        <a:spcAft>
                          <a:spcPts val="0"/>
                        </a:spcAft>
                        <a:buClr>
                          <a:srgbClr val="000000"/>
                        </a:buClr>
                        <a:buSzPts val="3000"/>
                        <a:buFont typeface="Arial"/>
                        <a:buNone/>
                      </a:pPr>
                      <a:r>
                        <a:rPr b="1" lang="en-IN" sz="3000" u="none" cap="none" strike="noStrike">
                          <a:solidFill>
                            <a:srgbClr val="1B1C1D"/>
                          </a:solidFill>
                        </a:rPr>
                        <a:t>Overfitting</a:t>
                      </a:r>
                      <a:endParaRPr b="1"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IN" sz="3000" u="none" cap="none" strike="noStrike">
                          <a:solidFill>
                            <a:srgbClr val="1B1C1D"/>
                          </a:solidFill>
                        </a:rPr>
                        <a:t>A phenomenon where the model performs exceptionally well on the training data but poorly on unseen data because it has learned noise or irrelevant details specific to the training set.</a:t>
                      </a:r>
                      <a:endParaRPr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r h="342900">
                <a:tc>
                  <a:txBody>
                    <a:bodyPr/>
                    <a:lstStyle/>
                    <a:p>
                      <a:pPr indent="0" lvl="0" marL="0" marR="0" rtl="0" algn="l">
                        <a:lnSpc>
                          <a:spcPct val="115000"/>
                        </a:lnSpc>
                        <a:spcBef>
                          <a:spcPts val="0"/>
                        </a:spcBef>
                        <a:spcAft>
                          <a:spcPts val="0"/>
                        </a:spcAft>
                        <a:buClr>
                          <a:srgbClr val="000000"/>
                        </a:buClr>
                        <a:buSzPts val="3000"/>
                        <a:buFont typeface="Arial"/>
                        <a:buNone/>
                      </a:pPr>
                      <a:r>
                        <a:rPr b="1" lang="en-IN" sz="3000" u="none" cap="none" strike="noStrike">
                          <a:solidFill>
                            <a:srgbClr val="1B1C1D"/>
                          </a:solidFill>
                        </a:rPr>
                        <a:t>Regularization</a:t>
                      </a:r>
                      <a:endParaRPr b="1"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3000"/>
                        <a:buFont typeface="Arial"/>
                        <a:buNone/>
                      </a:pPr>
                      <a:r>
                        <a:rPr lang="en-IN" sz="3000" u="none" cap="none" strike="noStrike">
                          <a:solidFill>
                            <a:srgbClr val="1B1C1D"/>
                          </a:solidFill>
                        </a:rPr>
                        <a:t>Techniques (like L1/L2 regularization or </a:t>
                      </a:r>
                      <a:r>
                        <a:rPr b="1" lang="en-IN" sz="3000" u="none" cap="none" strike="noStrike">
                          <a:solidFill>
                            <a:srgbClr val="1B1C1D"/>
                          </a:solidFill>
                        </a:rPr>
                        <a:t>Dropout</a:t>
                      </a:r>
                      <a:r>
                        <a:rPr lang="en-IN" sz="3000" u="none" cap="none" strike="noStrike">
                          <a:solidFill>
                            <a:srgbClr val="1B1C1D"/>
                          </a:solidFill>
                        </a:rPr>
                        <a:t>) used to prevent overfitting by adding a penalty to the loss function based on the size of the weights.</a:t>
                      </a:r>
                      <a:endParaRPr sz="30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9cfe262b6d_0_10"/>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Activation Functions</a:t>
            </a:r>
            <a:endParaRPr sz="7300"/>
          </a:p>
        </p:txBody>
      </p:sp>
      <p:pic>
        <p:nvPicPr>
          <p:cNvPr descr="Graphical user interface, text&#10;&#10;Description automatically generated" id="263" name="Google Shape;263;g39cfe262b6d_0_10"/>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264" name="Google Shape;264;g39cfe262b6d_0_10"/>
          <p:cNvSpPr txBox="1"/>
          <p:nvPr/>
        </p:nvSpPr>
        <p:spPr>
          <a:xfrm>
            <a:off x="843200" y="1911250"/>
            <a:ext cx="16189500" cy="3648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dk1"/>
              </a:buClr>
              <a:buSzPts val="4500"/>
              <a:buFont typeface="Calibri"/>
              <a:buChar char="●"/>
            </a:pPr>
            <a:r>
              <a:rPr b="0" i="0" lang="en-IN" sz="4500" u="none" cap="none" strike="noStrike">
                <a:solidFill>
                  <a:schemeClr val="dk1"/>
                </a:solidFill>
                <a:latin typeface="Calibri"/>
                <a:ea typeface="Calibri"/>
                <a:cs typeface="Calibri"/>
                <a:sym typeface="Calibri"/>
              </a:rPr>
              <a:t>An activation function in a neural network is a mathematical function applied to the output of a neuron. </a:t>
            </a:r>
            <a:endParaRPr b="0" i="0" sz="45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4500"/>
              <a:buFont typeface="Calibri"/>
              <a:buChar char="●"/>
            </a:pPr>
            <a:r>
              <a:rPr b="0" i="0" lang="en-IN" sz="4500" u="none" cap="none" strike="noStrike">
                <a:solidFill>
                  <a:schemeClr val="dk1"/>
                </a:solidFill>
                <a:latin typeface="Calibri"/>
                <a:ea typeface="Calibri"/>
                <a:cs typeface="Calibri"/>
                <a:sym typeface="Calibri"/>
              </a:rPr>
              <a:t>It introduces non-linearity, enabling the model to learn and represent complex data patterns.</a:t>
            </a:r>
            <a:endParaRPr b="0" i="0" sz="4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9cfe262b6d_0_26"/>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Activation Functions</a:t>
            </a:r>
            <a:endParaRPr sz="7300"/>
          </a:p>
        </p:txBody>
      </p:sp>
      <p:pic>
        <p:nvPicPr>
          <p:cNvPr descr="Graphical user interface, text&#10;&#10;Description automatically generated" id="271" name="Google Shape;271;g39cfe262b6d_0_26"/>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pic>
        <p:nvPicPr>
          <p:cNvPr id="272" name="Google Shape;272;g39cfe262b6d_0_26" title="Activation-functions-in-Neural-Networks.png"/>
          <p:cNvPicPr preferRelativeResize="0"/>
          <p:nvPr/>
        </p:nvPicPr>
        <p:blipFill rotWithShape="1">
          <a:blip r:embed="rId4">
            <a:alphaModFix/>
          </a:blip>
          <a:srcRect b="0" l="0" r="0" t="11816"/>
          <a:stretch/>
        </p:blipFill>
        <p:spPr>
          <a:xfrm>
            <a:off x="1529600" y="2501474"/>
            <a:ext cx="14520976" cy="6402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39cfe262b6d_0_19"/>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Activation Functions</a:t>
            </a:r>
            <a:endParaRPr sz="7300"/>
          </a:p>
        </p:txBody>
      </p:sp>
      <p:pic>
        <p:nvPicPr>
          <p:cNvPr descr="Graphical user interface, text&#10;&#10;Description automatically generated" id="279" name="Google Shape;279;g39cfe262b6d_0_19"/>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280" name="Google Shape;280;g39cfe262b6d_0_19"/>
          <p:cNvSpPr txBox="1"/>
          <p:nvPr/>
        </p:nvSpPr>
        <p:spPr>
          <a:xfrm>
            <a:off x="843200" y="1911250"/>
            <a:ext cx="161895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
        <p:nvSpPr>
          <p:cNvPr id="281" name="Google Shape;281;g39cfe262b6d_0_19"/>
          <p:cNvSpPr txBox="1"/>
          <p:nvPr/>
        </p:nvSpPr>
        <p:spPr>
          <a:xfrm>
            <a:off x="843200" y="2051775"/>
            <a:ext cx="16189500" cy="5322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4500"/>
              <a:buFont typeface="Arial"/>
              <a:buNone/>
            </a:pPr>
            <a:r>
              <a:rPr b="1" i="0" lang="en-IN" sz="4500" u="none" cap="none" strike="noStrike">
                <a:solidFill>
                  <a:schemeClr val="dk1"/>
                </a:solidFill>
                <a:latin typeface="Calibri"/>
                <a:ea typeface="Calibri"/>
                <a:cs typeface="Calibri"/>
                <a:sym typeface="Calibri"/>
              </a:rPr>
              <a:t>Linear Activation Function</a:t>
            </a:r>
            <a:endParaRPr b="1"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Linear Activation Function resembles straight line define by y=x. No matter how many layers the neural network contains if they all use linear activation functions the output is a linear combination of the input.</a:t>
            </a:r>
            <a:endParaRPr b="0"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180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descr="Graphical user interface, text&#10;&#10;Description automatically generated" id="287" name="Google Shape;287;g39cfe262b6d_0_95"/>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288" name="Google Shape;288;g39cfe262b6d_0_95"/>
          <p:cNvSpPr txBox="1"/>
          <p:nvPr/>
        </p:nvSpPr>
        <p:spPr>
          <a:xfrm>
            <a:off x="843200" y="1911250"/>
            <a:ext cx="161895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
        <p:nvSpPr>
          <p:cNvPr id="289" name="Google Shape;289;g39cfe262b6d_0_9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IN"/>
              <a:t>Non Linear Activation Functions</a:t>
            </a:r>
            <a:endParaRPr b="1"/>
          </a:p>
        </p:txBody>
      </p:sp>
      <p:sp>
        <p:nvSpPr>
          <p:cNvPr id="290" name="Google Shape;290;g39cfe262b6d_0_9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640"/>
              </a:spcBef>
              <a:spcAft>
                <a:spcPts val="0"/>
              </a:spcAft>
              <a:buSzPts val="3200"/>
              <a:buNone/>
            </a:pPr>
            <a:r>
              <a:rPr b="1" lang="en-IN" sz="3300"/>
              <a:t>Sigmoid</a:t>
            </a:r>
            <a:endParaRPr b="1" sz="3300"/>
          </a:p>
          <a:p>
            <a:pPr indent="0" lvl="0" marL="0" rtl="0" algn="ctr">
              <a:lnSpc>
                <a:spcPct val="100000"/>
              </a:lnSpc>
              <a:spcBef>
                <a:spcPts val="640"/>
              </a:spcBef>
              <a:spcAft>
                <a:spcPts val="0"/>
              </a:spcAft>
              <a:buSzPts val="3200"/>
              <a:buNone/>
            </a:pPr>
            <a:r>
              <a:rPr b="1" lang="en-IN" sz="3300"/>
              <a:t>TanH</a:t>
            </a:r>
            <a:endParaRPr b="1" sz="3300"/>
          </a:p>
          <a:p>
            <a:pPr indent="0" lvl="0" marL="0" rtl="0" algn="ctr">
              <a:lnSpc>
                <a:spcPct val="100000"/>
              </a:lnSpc>
              <a:spcBef>
                <a:spcPts val="640"/>
              </a:spcBef>
              <a:spcAft>
                <a:spcPts val="0"/>
              </a:spcAft>
              <a:buSzPts val="3200"/>
              <a:buNone/>
            </a:pPr>
            <a:r>
              <a:rPr b="1" lang="en-IN" sz="3300"/>
              <a:t>ReLU</a:t>
            </a:r>
            <a:endParaRPr b="1" sz="33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9cfe262b6d_0_37"/>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Sigmoid</a:t>
            </a:r>
            <a:endParaRPr sz="7300"/>
          </a:p>
        </p:txBody>
      </p:sp>
      <p:pic>
        <p:nvPicPr>
          <p:cNvPr descr="Graphical user interface, text&#10;&#10;Description automatically generated" id="297" name="Google Shape;297;g39cfe262b6d_0_37"/>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298" name="Google Shape;298;g39cfe262b6d_0_37"/>
          <p:cNvSpPr txBox="1"/>
          <p:nvPr/>
        </p:nvSpPr>
        <p:spPr>
          <a:xfrm>
            <a:off x="843200" y="1911250"/>
            <a:ext cx="161895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
        <p:nvSpPr>
          <p:cNvPr id="299" name="Google Shape;299;g39cfe262b6d_0_37"/>
          <p:cNvSpPr txBox="1"/>
          <p:nvPr/>
        </p:nvSpPr>
        <p:spPr>
          <a:xfrm>
            <a:off x="843200" y="2051775"/>
            <a:ext cx="16189500" cy="60144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Characterized by ‘S’ Shape</a:t>
            </a:r>
            <a:endParaRPr b="0" i="0" sz="4500" u="none" cap="none" strike="noStrike">
              <a:solidFill>
                <a:schemeClr val="dk1"/>
              </a:solidFill>
              <a:latin typeface="Calibri"/>
              <a:ea typeface="Calibri"/>
              <a:cs typeface="Calibri"/>
              <a:sym typeface="Calibri"/>
            </a:endParaRPr>
          </a:p>
          <a:p>
            <a:pPr indent="0" lvl="0" marL="45720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Ensures a smooth &amp; continuous output</a:t>
            </a:r>
            <a:endParaRPr b="0" i="0" sz="4500" u="none" cap="none" strike="noStrike">
              <a:solidFill>
                <a:schemeClr val="dk1"/>
              </a:solidFill>
              <a:latin typeface="Calibri"/>
              <a:ea typeface="Calibri"/>
              <a:cs typeface="Calibri"/>
              <a:sym typeface="Calibri"/>
            </a:endParaRPr>
          </a:p>
          <a:p>
            <a:pPr indent="0" lvl="0" marL="45720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Good for gradient based optimization methods</a:t>
            </a:r>
            <a:endParaRPr b="0" i="0" sz="4500" u="none" cap="none" strike="noStrike">
              <a:solidFill>
                <a:schemeClr val="dk1"/>
              </a:solidFill>
              <a:latin typeface="Calibri"/>
              <a:ea typeface="Calibri"/>
              <a:cs typeface="Calibri"/>
              <a:sym typeface="Calibri"/>
            </a:endParaRPr>
          </a:p>
          <a:p>
            <a:pPr indent="0" lvl="0" marL="45720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Output range between 0 &amp; 1</a:t>
            </a:r>
            <a:endParaRPr b="0" i="0" sz="4500" u="none" cap="none" strike="noStrike">
              <a:solidFill>
                <a:schemeClr val="dk1"/>
              </a:solidFill>
              <a:latin typeface="Calibri"/>
              <a:ea typeface="Calibri"/>
              <a:cs typeface="Calibri"/>
              <a:sym typeface="Calibri"/>
            </a:endParaRPr>
          </a:p>
          <a:p>
            <a:pPr indent="0" lvl="0" marL="45720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Exhibits a steep gradient when x values are between -2 &amp; 2</a:t>
            </a:r>
            <a:endParaRPr b="0"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180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9cfe262b6d_0_46"/>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Sigmoid</a:t>
            </a:r>
            <a:endParaRPr sz="7300"/>
          </a:p>
        </p:txBody>
      </p:sp>
      <p:pic>
        <p:nvPicPr>
          <p:cNvPr descr="Graphical user interface, text&#10;&#10;Description automatically generated" id="306" name="Google Shape;306;g39cfe262b6d_0_46"/>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307" name="Google Shape;307;g39cfe262b6d_0_46"/>
          <p:cNvSpPr txBox="1"/>
          <p:nvPr/>
        </p:nvSpPr>
        <p:spPr>
          <a:xfrm>
            <a:off x="843200" y="1911250"/>
            <a:ext cx="161895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pic>
        <p:nvPicPr>
          <p:cNvPr id="308" name="Google Shape;308;g39cfe262b6d_0_46" title="sigmoid_form.png"/>
          <p:cNvPicPr preferRelativeResize="0"/>
          <p:nvPr/>
        </p:nvPicPr>
        <p:blipFill rotWithShape="1">
          <a:blip r:embed="rId4">
            <a:alphaModFix/>
          </a:blip>
          <a:srcRect b="0" l="0" r="0" t="0"/>
          <a:stretch/>
        </p:blipFill>
        <p:spPr>
          <a:xfrm>
            <a:off x="1926900" y="2940850"/>
            <a:ext cx="11966700" cy="1855798"/>
          </a:xfrm>
          <a:prstGeom prst="rect">
            <a:avLst/>
          </a:prstGeom>
          <a:noFill/>
          <a:ln>
            <a:noFill/>
          </a:ln>
        </p:spPr>
      </p:pic>
      <p:pic>
        <p:nvPicPr>
          <p:cNvPr id="309" name="Google Shape;309;g39cfe262b6d_0_46" title="Logistic-curve.png"/>
          <p:cNvPicPr preferRelativeResize="0"/>
          <p:nvPr/>
        </p:nvPicPr>
        <p:blipFill rotWithShape="1">
          <a:blip r:embed="rId5">
            <a:alphaModFix/>
          </a:blip>
          <a:srcRect b="0" l="0" r="0" t="0"/>
          <a:stretch/>
        </p:blipFill>
        <p:spPr>
          <a:xfrm>
            <a:off x="6142875" y="5183475"/>
            <a:ext cx="6161600" cy="4115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9cfe262b6d_0_65"/>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15000"/>
              </a:lnSpc>
              <a:spcBef>
                <a:spcPts val="1800"/>
              </a:spcBef>
              <a:spcAft>
                <a:spcPts val="1800"/>
              </a:spcAft>
              <a:buSzPts val="4400"/>
              <a:buNone/>
            </a:pPr>
            <a:r>
              <a:rPr b="1" lang="en-IN" sz="6500">
                <a:solidFill>
                  <a:schemeClr val="dk2"/>
                </a:solidFill>
              </a:rPr>
              <a:t>Tanh Function</a:t>
            </a:r>
            <a:endParaRPr b="1" sz="6500">
              <a:solidFill>
                <a:schemeClr val="dk2"/>
              </a:solidFill>
            </a:endParaRPr>
          </a:p>
        </p:txBody>
      </p:sp>
      <p:pic>
        <p:nvPicPr>
          <p:cNvPr descr="Graphical user interface, text&#10;&#10;Description automatically generated" id="316" name="Google Shape;316;g39cfe262b6d_0_65"/>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317" name="Google Shape;317;g39cfe262b6d_0_65"/>
          <p:cNvSpPr txBox="1"/>
          <p:nvPr/>
        </p:nvSpPr>
        <p:spPr>
          <a:xfrm>
            <a:off x="843200" y="1911250"/>
            <a:ext cx="161895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
        <p:nvSpPr>
          <p:cNvPr id="318" name="Google Shape;318;g39cfe262b6d_0_65"/>
          <p:cNvSpPr txBox="1"/>
          <p:nvPr/>
        </p:nvSpPr>
        <p:spPr>
          <a:xfrm>
            <a:off x="843200" y="2051775"/>
            <a:ext cx="16189500" cy="60144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A shifted Sigmoid Function</a:t>
            </a:r>
            <a:endParaRPr b="0" i="0" sz="4500" u="none" cap="none" strike="noStrike">
              <a:solidFill>
                <a:schemeClr val="dk1"/>
              </a:solidFill>
              <a:latin typeface="Calibri"/>
              <a:ea typeface="Calibri"/>
              <a:cs typeface="Calibri"/>
              <a:sym typeface="Calibri"/>
            </a:endParaRPr>
          </a:p>
          <a:p>
            <a:pPr indent="0" lvl="0" marL="45720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Stretches across y axis</a:t>
            </a:r>
            <a:endParaRPr b="0" i="0" sz="4500" u="none" cap="none" strike="noStrike">
              <a:solidFill>
                <a:schemeClr val="dk1"/>
              </a:solidFill>
              <a:latin typeface="Calibri"/>
              <a:ea typeface="Calibri"/>
              <a:cs typeface="Calibri"/>
              <a:sym typeface="Calibri"/>
            </a:endParaRPr>
          </a:p>
          <a:p>
            <a:pPr indent="0" lvl="0" marL="45720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Output values from -1 to 1</a:t>
            </a:r>
            <a:endParaRPr b="0" i="0" sz="4500" u="none" cap="none" strike="noStrike">
              <a:solidFill>
                <a:schemeClr val="dk1"/>
              </a:solidFill>
              <a:latin typeface="Calibri"/>
              <a:ea typeface="Calibri"/>
              <a:cs typeface="Calibri"/>
              <a:sym typeface="Calibri"/>
            </a:endParaRPr>
          </a:p>
          <a:p>
            <a:pPr indent="0" lvl="0" marL="45720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Enables modeling of complex patterns</a:t>
            </a:r>
            <a:endParaRPr b="0" i="0" sz="4500" u="none" cap="none" strike="noStrike">
              <a:solidFill>
                <a:schemeClr val="dk1"/>
              </a:solidFill>
              <a:latin typeface="Calibri"/>
              <a:ea typeface="Calibri"/>
              <a:cs typeface="Calibri"/>
              <a:sym typeface="Calibri"/>
            </a:endParaRPr>
          </a:p>
          <a:p>
            <a:pPr indent="0" lvl="0" marL="45720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Commonly used in hidden layers</a:t>
            </a:r>
            <a:endParaRPr b="0"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180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9cfe262b6d_0_79"/>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ReLU Activation Function</a:t>
            </a:r>
            <a:endParaRPr sz="7300"/>
          </a:p>
        </p:txBody>
      </p:sp>
      <p:pic>
        <p:nvPicPr>
          <p:cNvPr descr="Graphical user interface, text&#10;&#10;Description automatically generated" id="325" name="Google Shape;325;g39cfe262b6d_0_79"/>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326" name="Google Shape;326;g39cfe262b6d_0_79"/>
          <p:cNvSpPr txBox="1"/>
          <p:nvPr/>
        </p:nvSpPr>
        <p:spPr>
          <a:xfrm>
            <a:off x="843200" y="1911250"/>
            <a:ext cx="161895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
        <p:nvSpPr>
          <p:cNvPr id="327" name="Google Shape;327;g39cfe262b6d_0_79"/>
          <p:cNvSpPr txBox="1"/>
          <p:nvPr/>
        </p:nvSpPr>
        <p:spPr>
          <a:xfrm>
            <a:off x="843200" y="2051775"/>
            <a:ext cx="16189500" cy="6014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If the input x is positive, returns x.</a:t>
            </a:r>
            <a:endParaRPr b="0"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If the input is negative, returns 0</a:t>
            </a:r>
            <a:endParaRPr b="0"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 </a:t>
            </a:r>
            <a:endParaRPr b="0"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Good for hidden layers </a:t>
            </a:r>
            <a:endParaRPr b="0"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Value range between 0 &amp; infinity</a:t>
            </a:r>
            <a:endParaRPr b="0"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180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Less computationally  expensive</a:t>
            </a:r>
            <a:endParaRPr b="0" i="0" sz="45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descr="Graphical user interface, text&#10;&#10;Description automatically generated" id="333" name="Google Shape;333;g39cfe262b6d_0_105"/>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334" name="Google Shape;334;g39cfe262b6d_0_105"/>
          <p:cNvSpPr txBox="1"/>
          <p:nvPr/>
        </p:nvSpPr>
        <p:spPr>
          <a:xfrm>
            <a:off x="843200" y="1911250"/>
            <a:ext cx="161895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
        <p:nvSpPr>
          <p:cNvPr id="335" name="Google Shape;335;g39cfe262b6d_0_10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b="1" lang="en-IN"/>
              <a:t>Exponential Activation Functions</a:t>
            </a:r>
            <a:endParaRPr b="1"/>
          </a:p>
        </p:txBody>
      </p:sp>
      <p:sp>
        <p:nvSpPr>
          <p:cNvPr id="336" name="Google Shape;336;g39cfe262b6d_0_10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640"/>
              </a:spcBef>
              <a:spcAft>
                <a:spcPts val="0"/>
              </a:spcAft>
              <a:buSzPts val="3200"/>
              <a:buNone/>
            </a:pPr>
            <a:r>
              <a:rPr b="1" lang="en-IN" sz="3300"/>
              <a:t>SoftMax Function</a:t>
            </a:r>
            <a:endParaRPr b="1" sz="3300"/>
          </a:p>
          <a:p>
            <a:pPr indent="0" lvl="0" marL="0" rtl="0" algn="ctr">
              <a:lnSpc>
                <a:spcPct val="100000"/>
              </a:lnSpc>
              <a:spcBef>
                <a:spcPts val="640"/>
              </a:spcBef>
              <a:spcAft>
                <a:spcPts val="0"/>
              </a:spcAft>
              <a:buSzPts val="3200"/>
              <a:buNone/>
            </a:pPr>
            <a:r>
              <a:rPr b="1" lang="en-IN" sz="3300"/>
              <a:t>SoftPlus Function</a:t>
            </a:r>
            <a:endParaRPr b="1" sz="33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9cfe262b6d_0_87"/>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SoftMax activation</a:t>
            </a:r>
            <a:endParaRPr sz="7300"/>
          </a:p>
        </p:txBody>
      </p:sp>
      <p:pic>
        <p:nvPicPr>
          <p:cNvPr descr="Graphical user interface, text&#10;&#10;Description automatically generated" id="343" name="Google Shape;343;g39cfe262b6d_0_87"/>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344" name="Google Shape;344;g39cfe262b6d_0_87"/>
          <p:cNvSpPr txBox="1"/>
          <p:nvPr/>
        </p:nvSpPr>
        <p:spPr>
          <a:xfrm>
            <a:off x="843200" y="1911250"/>
            <a:ext cx="161895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
        <p:nvSpPr>
          <p:cNvPr id="345" name="Google Shape;345;g39cfe262b6d_0_87"/>
          <p:cNvSpPr txBox="1"/>
          <p:nvPr/>
        </p:nvSpPr>
        <p:spPr>
          <a:xfrm>
            <a:off x="843200" y="2051775"/>
            <a:ext cx="16189500" cy="293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Handles multiclass classification</a:t>
            </a:r>
            <a:endParaRPr b="0"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Transforms raw output scores to network of probabilities</a:t>
            </a:r>
            <a:endParaRPr b="0"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180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Squashes output to a range between 0 and 1</a:t>
            </a:r>
            <a:endParaRPr b="0" i="0" sz="45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39cfe262b6d_0_113"/>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SoftPlus activation</a:t>
            </a:r>
            <a:endParaRPr sz="7300"/>
          </a:p>
        </p:txBody>
      </p:sp>
      <p:pic>
        <p:nvPicPr>
          <p:cNvPr descr="Graphical user interface, text&#10;&#10;Description automatically generated" id="352" name="Google Shape;352;g39cfe262b6d_0_113"/>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353" name="Google Shape;353;g39cfe262b6d_0_113"/>
          <p:cNvSpPr txBox="1"/>
          <p:nvPr/>
        </p:nvSpPr>
        <p:spPr>
          <a:xfrm>
            <a:off x="843200" y="1911250"/>
            <a:ext cx="16189500" cy="877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
        <p:nvSpPr>
          <p:cNvPr id="354" name="Google Shape;354;g39cfe262b6d_0_113"/>
          <p:cNvSpPr txBox="1"/>
          <p:nvPr/>
        </p:nvSpPr>
        <p:spPr>
          <a:xfrm>
            <a:off x="843200" y="2051775"/>
            <a:ext cx="16189500" cy="293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Similar to ReLU but without hard threshold</a:t>
            </a:r>
            <a:endParaRPr b="0"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0"/>
              </a:spcAft>
              <a:buClr>
                <a:srgbClr val="000000"/>
              </a:buClr>
              <a:buSzPts val="4500"/>
              <a:buFont typeface="Arial"/>
              <a:buNone/>
            </a:pPr>
            <a:r>
              <a:rPr b="0" i="0" lang="en-IN" sz="4500" u="none" cap="none" strike="noStrike">
                <a:solidFill>
                  <a:schemeClr val="dk1"/>
                </a:solidFill>
                <a:latin typeface="Calibri"/>
                <a:ea typeface="Calibri"/>
                <a:cs typeface="Calibri"/>
                <a:sym typeface="Calibri"/>
              </a:rPr>
              <a:t>Converts to range between 0 &amp; infinity</a:t>
            </a:r>
            <a:endParaRPr b="0" i="0" sz="4500" u="none" cap="none" strike="noStrike">
              <a:solidFill>
                <a:schemeClr val="dk1"/>
              </a:solidFill>
              <a:latin typeface="Calibri"/>
              <a:ea typeface="Calibri"/>
              <a:cs typeface="Calibri"/>
              <a:sym typeface="Calibri"/>
            </a:endParaRPr>
          </a:p>
          <a:p>
            <a:pPr indent="0" lvl="0" marL="0" marR="0" rtl="0" algn="l">
              <a:lnSpc>
                <a:spcPct val="115000"/>
              </a:lnSpc>
              <a:spcBef>
                <a:spcPts val="1800"/>
              </a:spcBef>
              <a:spcAft>
                <a:spcPts val="1800"/>
              </a:spcAft>
              <a:buClr>
                <a:srgbClr val="000000"/>
              </a:buClr>
              <a:buSzPts val="4500"/>
              <a:buFont typeface="Arial"/>
              <a:buNone/>
            </a:pPr>
            <a:r>
              <a:t/>
            </a:r>
            <a:endParaRPr b="0" i="0" sz="45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9ada80894a_0_294"/>
          <p:cNvSpPr txBox="1"/>
          <p:nvPr>
            <p:ph idx="4294967295" type="title"/>
          </p:nvPr>
        </p:nvSpPr>
        <p:spPr>
          <a:xfrm>
            <a:off x="1390678" y="4634100"/>
            <a:ext cx="16754700" cy="1018800"/>
          </a:xfrm>
          <a:prstGeom prst="rect">
            <a:avLst/>
          </a:prstGeom>
          <a:noFill/>
          <a:ln>
            <a:noFill/>
          </a:ln>
        </p:spPr>
        <p:txBody>
          <a:bodyPr anchorCtr="0" anchor="ctr" bIns="0" lIns="0" spcFirstLastPara="1" rIns="0" wrap="square" tIns="18075">
            <a:spAutoFit/>
          </a:bodyPr>
          <a:lstStyle/>
          <a:p>
            <a:pPr indent="0" lvl="0" marL="19050" rtl="0" algn="ctr">
              <a:lnSpc>
                <a:spcPct val="100000"/>
              </a:lnSpc>
              <a:spcBef>
                <a:spcPts val="150"/>
              </a:spcBef>
              <a:spcAft>
                <a:spcPts val="0"/>
              </a:spcAft>
              <a:buClr>
                <a:srgbClr val="002996"/>
              </a:buClr>
              <a:buSzPts val="5500"/>
              <a:buFont typeface="Oswald"/>
              <a:buNone/>
            </a:pPr>
            <a:r>
              <a:rPr b="1" lang="en-IN" sz="6500">
                <a:solidFill>
                  <a:schemeClr val="dk2"/>
                </a:solidFill>
              </a:rPr>
              <a:t>Demonstration</a:t>
            </a:r>
            <a:endParaRPr sz="6500"/>
          </a:p>
        </p:txBody>
      </p:sp>
      <p:pic>
        <p:nvPicPr>
          <p:cNvPr descr="Graphical user interface, text&#10;&#10;Description automatically generated" id="361" name="Google Shape;361;g39ada80894a_0_294"/>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6ecba1dd62_0_168"/>
          <p:cNvSpPr txBox="1"/>
          <p:nvPr>
            <p:ph idx="4294967295" type="title"/>
          </p:nvPr>
        </p:nvSpPr>
        <p:spPr>
          <a:xfrm>
            <a:off x="851690" y="624819"/>
            <a:ext cx="13041900" cy="1018800"/>
          </a:xfrm>
          <a:prstGeom prst="rect">
            <a:avLst/>
          </a:prstGeom>
          <a:noFill/>
          <a:ln>
            <a:noFill/>
          </a:ln>
        </p:spPr>
        <p:txBody>
          <a:bodyPr anchorCtr="0" anchor="ctr" bIns="0" lIns="0" spcFirstLastPara="1" rIns="0" wrap="square" tIns="18075">
            <a:spAutoFit/>
          </a:bodyPr>
          <a:lstStyle/>
          <a:p>
            <a:pPr indent="0" lvl="0" marL="19050" rtl="0" algn="l">
              <a:lnSpc>
                <a:spcPct val="100000"/>
              </a:lnSpc>
              <a:spcBef>
                <a:spcPts val="150"/>
              </a:spcBef>
              <a:spcAft>
                <a:spcPts val="0"/>
              </a:spcAft>
              <a:buClr>
                <a:srgbClr val="002996"/>
              </a:buClr>
              <a:buSzPts val="5500"/>
              <a:buFont typeface="Oswald"/>
              <a:buNone/>
            </a:pPr>
            <a:r>
              <a:rPr b="1" lang="en-IN" sz="6500">
                <a:solidFill>
                  <a:schemeClr val="dk2"/>
                </a:solidFill>
                <a:latin typeface="Arial"/>
                <a:ea typeface="Arial"/>
                <a:cs typeface="Arial"/>
                <a:sym typeface="Arial"/>
              </a:rPr>
              <a:t>References</a:t>
            </a:r>
            <a:endParaRPr sz="7300"/>
          </a:p>
        </p:txBody>
      </p:sp>
      <p:pic>
        <p:nvPicPr>
          <p:cNvPr descr="Graphical user interface, text&#10;&#10;Description automatically generated" id="368" name="Google Shape;368;g36ecba1dd62_0_168"/>
          <p:cNvPicPr preferRelativeResize="0"/>
          <p:nvPr/>
        </p:nvPicPr>
        <p:blipFill rotWithShape="1">
          <a:blip r:embed="rId3">
            <a:alphaModFix/>
          </a:blip>
          <a:srcRect b="0" l="0" r="0" t="0"/>
          <a:stretch/>
        </p:blipFill>
        <p:spPr>
          <a:xfrm>
            <a:off x="13949796" y="9299432"/>
            <a:ext cx="4195569" cy="858498"/>
          </a:xfrm>
          <a:prstGeom prst="rect">
            <a:avLst/>
          </a:prstGeom>
          <a:noFill/>
          <a:ln>
            <a:noFill/>
          </a:ln>
        </p:spPr>
      </p:pic>
      <p:sp>
        <p:nvSpPr>
          <p:cNvPr id="369" name="Google Shape;369;g36ecba1dd62_0_168"/>
          <p:cNvSpPr txBox="1"/>
          <p:nvPr/>
        </p:nvSpPr>
        <p:spPr>
          <a:xfrm>
            <a:off x="808475" y="2035100"/>
            <a:ext cx="16057800" cy="1416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dk1"/>
              </a:buClr>
              <a:buSzPts val="4000"/>
              <a:buFont typeface="Calibri"/>
              <a:buAutoNum type="arabicPeriod"/>
            </a:pPr>
            <a:r>
              <a:rPr b="1" i="0" lang="en-IN" sz="4000" u="sng" cap="none" strike="noStrike">
                <a:solidFill>
                  <a:schemeClr val="hlink"/>
                </a:solidFill>
                <a:latin typeface="Calibri"/>
                <a:ea typeface="Calibri"/>
                <a:cs typeface="Calibri"/>
                <a:sym typeface="Calibri"/>
                <a:hlinkClick r:id="rId4"/>
              </a:rPr>
              <a:t>Why Scaling is necessary</a:t>
            </a:r>
            <a:endParaRPr b="1" i="0" sz="40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4000"/>
              <a:buFont typeface="Calibri"/>
              <a:buAutoNum type="arabicPeriod"/>
            </a:pPr>
            <a:r>
              <a:rPr b="1" i="0" lang="en-IN" sz="4000" u="sng" cap="none" strike="noStrike">
                <a:solidFill>
                  <a:schemeClr val="hlink"/>
                </a:solidFill>
                <a:latin typeface="Calibri"/>
                <a:ea typeface="Calibri"/>
                <a:cs typeface="Calibri"/>
                <a:sym typeface="Calibri"/>
                <a:hlinkClick r:id="rId5"/>
              </a:rPr>
              <a:t>Notebook</a:t>
            </a:r>
            <a:endParaRPr b="1" i="0" sz="4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36ecba1dd62_0_1"/>
          <p:cNvSpPr txBox="1"/>
          <p:nvPr>
            <p:ph idx="4294967295" type="title"/>
          </p:nvPr>
        </p:nvSpPr>
        <p:spPr>
          <a:xfrm>
            <a:off x="851690" y="624819"/>
            <a:ext cx="13041900" cy="572400"/>
          </a:xfrm>
          <a:prstGeom prst="rect">
            <a:avLst/>
          </a:prstGeom>
          <a:noFill/>
          <a:ln>
            <a:noFill/>
          </a:ln>
        </p:spPr>
        <p:txBody>
          <a:bodyPr anchorCtr="0" anchor="ctr" bIns="0" lIns="0" spcFirstLastPara="1" rIns="0" wrap="square" tIns="18075">
            <a:spAutoFit/>
          </a:bodyPr>
          <a:lstStyle/>
          <a:p>
            <a:pPr indent="0" lvl="0" marL="19050" rtl="0" algn="l">
              <a:lnSpc>
                <a:spcPct val="100000"/>
              </a:lnSpc>
              <a:spcBef>
                <a:spcPts val="150"/>
              </a:spcBef>
              <a:spcAft>
                <a:spcPts val="0"/>
              </a:spcAft>
              <a:buClr>
                <a:srgbClr val="002996"/>
              </a:buClr>
              <a:buSzPts val="5500"/>
              <a:buFont typeface="Oswald"/>
              <a:buNone/>
            </a:pPr>
            <a:r>
              <a:rPr b="1" lang="en-IN" sz="3600">
                <a:solidFill>
                  <a:schemeClr val="dk2"/>
                </a:solidFill>
                <a:latin typeface="Arial"/>
                <a:ea typeface="Arial"/>
                <a:cs typeface="Arial"/>
                <a:sym typeface="Arial"/>
              </a:rPr>
              <a:t>LIVE SESSION EXPERIENCE SURVEY</a:t>
            </a:r>
            <a:endParaRPr/>
          </a:p>
        </p:txBody>
      </p:sp>
      <p:sp>
        <p:nvSpPr>
          <p:cNvPr id="376" name="Google Shape;376;g36ecba1dd62_0_1"/>
          <p:cNvSpPr/>
          <p:nvPr/>
        </p:nvSpPr>
        <p:spPr>
          <a:xfrm>
            <a:off x="9013196" y="4584366"/>
            <a:ext cx="7938600" cy="7938600"/>
          </a:xfrm>
          <a:prstGeom prst="rect">
            <a:avLst/>
          </a:prstGeom>
          <a:noFill/>
          <a:ln>
            <a:noFill/>
          </a:ln>
        </p:spPr>
        <p:txBody>
          <a:bodyPr anchorCtr="0" anchor="t" bIns="68550" lIns="137125" spcFirstLastPara="1" rIns="137125"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Arial"/>
              <a:ea typeface="Arial"/>
              <a:cs typeface="Arial"/>
              <a:sym typeface="Arial"/>
            </a:endParaRPr>
          </a:p>
        </p:txBody>
      </p:sp>
      <p:sp>
        <p:nvSpPr>
          <p:cNvPr id="377" name="Google Shape;377;g36ecba1dd62_0_1"/>
          <p:cNvSpPr txBox="1"/>
          <p:nvPr/>
        </p:nvSpPr>
        <p:spPr>
          <a:xfrm>
            <a:off x="4439911" y="2034157"/>
            <a:ext cx="91467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700"/>
              <a:buFont typeface="Arial"/>
              <a:buNone/>
            </a:pPr>
            <a:r>
              <a:rPr b="1" i="0" lang="en-IN" sz="2700" u="none" cap="none" strike="noStrike">
                <a:solidFill>
                  <a:srgbClr val="343434"/>
                </a:solidFill>
                <a:latin typeface="Arial"/>
                <a:ea typeface="Arial"/>
                <a:cs typeface="Arial"/>
                <a:sym typeface="Arial"/>
              </a:rPr>
              <a:t>Before we proceed to Q&amp;A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700"/>
              <a:buFont typeface="Arial"/>
              <a:buNone/>
            </a:pPr>
            <a:r>
              <a:rPr b="1" i="0" lang="en-IN" sz="2700" u="none" cap="none" strike="noStrike">
                <a:solidFill>
                  <a:srgbClr val="343434"/>
                </a:solidFill>
                <a:latin typeface="Arial"/>
                <a:ea typeface="Arial"/>
                <a:cs typeface="Arial"/>
                <a:sym typeface="Arial"/>
              </a:rPr>
              <a:t>Take 2 minutes to share your feedback with Us!</a:t>
            </a:r>
            <a:endParaRPr b="0" i="0" sz="2700" u="none" cap="none" strike="noStrike">
              <a:solidFill>
                <a:srgbClr val="343434"/>
              </a:solidFill>
              <a:latin typeface="Arial"/>
              <a:ea typeface="Arial"/>
              <a:cs typeface="Arial"/>
              <a:sym typeface="Arial"/>
            </a:endParaRPr>
          </a:p>
        </p:txBody>
      </p:sp>
      <p:pic>
        <p:nvPicPr>
          <p:cNvPr descr="Migrant survey - Harmony School of Technology - Houston" id="378" name="Google Shape;378;g36ecba1dd62_0_1"/>
          <p:cNvPicPr preferRelativeResize="0"/>
          <p:nvPr/>
        </p:nvPicPr>
        <p:blipFill rotWithShape="1">
          <a:blip r:embed="rId3">
            <a:alphaModFix/>
          </a:blip>
          <a:srcRect b="0" l="0" r="0" t="0"/>
          <a:stretch/>
        </p:blipFill>
        <p:spPr>
          <a:xfrm>
            <a:off x="5954898" y="3209039"/>
            <a:ext cx="6116595" cy="5969796"/>
          </a:xfrm>
          <a:prstGeom prst="rect">
            <a:avLst/>
          </a:prstGeom>
          <a:noFill/>
          <a:ln>
            <a:noFill/>
          </a:ln>
        </p:spPr>
      </p:pic>
      <p:pic>
        <p:nvPicPr>
          <p:cNvPr descr="Graphical user interface, text&#10;&#10;Description automatically generated" id="379" name="Google Shape;379;g36ecba1dd62_0_1"/>
          <p:cNvPicPr preferRelativeResize="0"/>
          <p:nvPr/>
        </p:nvPicPr>
        <p:blipFill rotWithShape="1">
          <a:blip r:embed="rId4">
            <a:alphaModFix/>
          </a:blip>
          <a:srcRect b="0" l="0" r="0" t="0"/>
          <a:stretch/>
        </p:blipFill>
        <p:spPr>
          <a:xfrm>
            <a:off x="13949796" y="9299432"/>
            <a:ext cx="4195569" cy="85849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9"/>
          <p:cNvSpPr txBox="1"/>
          <p:nvPr/>
        </p:nvSpPr>
        <p:spPr>
          <a:xfrm>
            <a:off x="3520193" y="4224941"/>
            <a:ext cx="11401399" cy="1657249"/>
          </a:xfrm>
          <a:prstGeom prst="rect">
            <a:avLst/>
          </a:prstGeom>
          <a:noFill/>
          <a:ln>
            <a:noFill/>
          </a:ln>
        </p:spPr>
        <p:txBody>
          <a:bodyPr anchorCtr="0" anchor="t" bIns="0" lIns="0" spcFirstLastPara="1" rIns="0" wrap="square" tIns="0">
            <a:spAutoFit/>
          </a:bodyPr>
          <a:lstStyle/>
          <a:p>
            <a:pPr indent="0" lvl="0" marL="0" marR="0" rtl="0" algn="l">
              <a:lnSpc>
                <a:spcPct val="90005"/>
              </a:lnSpc>
              <a:spcBef>
                <a:spcPts val="0"/>
              </a:spcBef>
              <a:spcAft>
                <a:spcPts val="0"/>
              </a:spcAft>
              <a:buClr>
                <a:srgbClr val="000000"/>
              </a:buClr>
              <a:buSzPts val="11966"/>
              <a:buFont typeface="Arial"/>
              <a:buNone/>
            </a:pPr>
            <a:r>
              <a:rPr b="1" i="0" lang="en-IN" sz="11966" u="none" cap="none" strike="noStrike">
                <a:solidFill>
                  <a:schemeClr val="dk2"/>
                </a:solidFill>
                <a:latin typeface="Arial"/>
                <a:ea typeface="Arial"/>
                <a:cs typeface="Arial"/>
                <a:sym typeface="Arial"/>
              </a:rPr>
              <a:t>THANK YOU</a:t>
            </a:r>
            <a:endParaRPr b="0" i="0" sz="1400" u="none" cap="none" strike="noStrike">
              <a:solidFill>
                <a:schemeClr val="dk2"/>
              </a:solidFill>
              <a:latin typeface="Arial"/>
              <a:ea typeface="Arial"/>
              <a:cs typeface="Arial"/>
              <a:sym typeface="Arial"/>
            </a:endParaRPr>
          </a:p>
        </p:txBody>
      </p:sp>
      <p:pic>
        <p:nvPicPr>
          <p:cNvPr descr="Graphical user interface, text&#10;&#10;Description automatically generated" id="385" name="Google Shape;385;p29"/>
          <p:cNvPicPr preferRelativeResize="0"/>
          <p:nvPr/>
        </p:nvPicPr>
        <p:blipFill rotWithShape="1">
          <a:blip r:embed="rId3">
            <a:alphaModFix/>
          </a:blip>
          <a:srcRect b="0" l="0" r="0" t="0"/>
          <a:stretch/>
        </p:blipFill>
        <p:spPr>
          <a:xfrm>
            <a:off x="13949796" y="9299432"/>
            <a:ext cx="4195571" cy="85849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Ayushi Yadav</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0x010100991C08601DA016448EF881A002519D59</vt:lpwstr>
  </property>
</Properties>
</file>